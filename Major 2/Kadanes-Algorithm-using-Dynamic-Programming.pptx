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4" r:id="rId6"/>
    <p:sldId id="267" r:id="rId7"/>
    <p:sldId id="268" r:id="rId8"/>
    <p:sldId id="260" r:id="rId9"/>
    <p:sldId id="265" r:id="rId10"/>
    <p:sldId id="269" r:id="rId11"/>
    <p:sldId id="270" r:id="rId12"/>
    <p:sldId id="276" r:id="rId13"/>
    <p:sldId id="281" r:id="rId14"/>
    <p:sldId id="277" r:id="rId15"/>
    <p:sldId id="278" r:id="rId16"/>
    <p:sldId id="279" r:id="rId17"/>
    <p:sldId id="261" r:id="rId18"/>
    <p:sldId id="271" r:id="rId19"/>
    <p:sldId id="266" r:id="rId20"/>
    <p:sldId id="272" r:id="rId21"/>
    <p:sldId id="263" r:id="rId22"/>
    <p:sldId id="280" r:id="rId23"/>
    <p:sldId id="275" r:id="rId24"/>
  </p:sldIdLst>
  <p:sldSz cx="12192000" cy="6858000"/>
  <p:notesSz cx="6858000" cy="12192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Inter" panose="020B0604020202020204" charset="0"/>
      <p:regular r:id="rId30"/>
    </p:embeddedFont>
    <p:embeddedFont>
      <p:font typeface="Inter Bold" panose="020B0604020202020204" charset="0"/>
      <p:regular r:id="rId31"/>
    </p:embeddedFont>
    <p:embeddedFont>
      <p:font typeface="Petrona Bold" panose="020B0604020202020204" charset="0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313"/>
    <a:srgbClr val="351975"/>
    <a:srgbClr val="0A0521"/>
    <a:srgbClr val="261253"/>
    <a:srgbClr val="FFAB79"/>
    <a:srgbClr val="0F0730"/>
    <a:srgbClr val="403D4C"/>
    <a:srgbClr val="A980FC"/>
    <a:srgbClr val="0C0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844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EB543-FCE0-FFA2-DDD0-94ADA025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20EA3-BBB6-9CA6-ACE2-8D2291754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0CF53-8A5B-5371-C837-B78E88D36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39530-1D85-7304-6333-02DA7A541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4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F261D-8F40-A72E-8012-208D66A0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FF3CD3-0460-45EA-D251-273947BE5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19733-985B-3209-0119-601A0CAF7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8D265-CA5C-D392-8B74-9311E5808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01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F7540-77CC-057B-BACE-10931DCA6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6F36C-6084-F50A-0808-BF1A711E1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E43343-878B-E766-5C4D-406D1E8AF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66E4C-FAA8-CDDB-22F4-C54F5ADCF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28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D9278-A65B-58C0-A35C-66A4F9C8F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D9887-A6BE-DB82-55A7-39498B528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74FB7-8799-FAAE-EFCF-5AE822A7D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54F2B-1916-3E5A-2FE0-51D5A59E7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94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B8BF-D5D3-FC39-04DE-C10500690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7CCC9-8A33-0829-65F7-70F323141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691F9-56A4-DF17-BB06-593EAB2AF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C3AD3-9576-3CBD-E0AE-142734690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84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407D-C8AF-B0B8-44E5-E9C4D103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BEE78-088E-E569-435F-18E319A74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6BBA2-4847-4B16-FEFE-5337F2F63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9C9F3-40EF-874B-0A31-E885B18100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35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DB0ED-5082-1A87-9483-53C2503F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FDFA6-CA8D-BDD9-1FC7-39F2D2308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06178-CC2C-5E7E-3F2E-CB0C8A4114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8C09E-CEBE-8A2E-AD14-E9C9879B2F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01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5BF7-C4FA-0A02-0158-F4BA6233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139EB-4400-F531-D748-CB18BCBB3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2DBB0-08EA-D57B-2BEE-C9BB1B160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6C551-170E-34BA-DD66-1776E3A18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46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00DC8-EFF5-9EB6-1D3B-57B77E46E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8BE5C-85CD-2D92-1B32-6D6617B18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98B94-A680-A24D-22F4-DA04A85F3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652B8-1737-D8CA-61A5-E2E82D538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33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4F83F-08D7-E47E-0E28-F892F1FB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C1C01-5AD9-0848-3573-D3ED06F34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75964-E428-20AC-3A81-3BDFB037F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CBD36-53BD-B5B8-87F3-537931D04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682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290C4-BF3C-63C7-4655-FB0C3277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8E7F0-DE81-1089-25FA-D36F928D9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9DF95-555B-12CE-422A-CA8B484F1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78966-EE4F-309B-258A-8896F25B3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55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DD449-69F0-0963-2316-58DDFFCBA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C2F84-C316-31DF-8197-A588D6539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1A3CE-70BF-94D9-B9F3-A56B3F093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C295E-23A2-FA80-EB2A-C7E2B938E7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67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436A8-E5AF-337C-5D60-43B199968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03EE3-251E-89BA-5BDF-E8B285EA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2E61F-2D4C-7A3C-4855-1A23C2376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9C299-D618-ABA3-3F10-A019975DE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637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B595-515E-B82B-5C61-EC0466E45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8DFEB-0336-E3A8-8C74-D8D1511C1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962CC-06B2-1DDE-23F1-E470C8C50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66550-22B8-FD91-0F48-7A9E42F36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335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F251B-A6BA-DFE5-B001-F13C0464F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F1DF5-C32B-2613-12BF-14CD9DB13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85262-6406-53FC-9868-DB3B1FCA0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D861A-5188-20CA-AD34-A28AD743B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13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F3491-0ECD-32EF-AB9B-438894FF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6E8A2-ACFA-3497-9375-F952C78E9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EACD4-0900-B6CB-C591-43C7E81C4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37797-C1D4-6D20-69AB-964577298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07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51975"/>
            </a:gs>
            <a:gs pos="100000">
              <a:srgbClr val="0A0521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maximum-subarray-sum-using-divide-and-conquer-algorithm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cpp/maximum-subarray-sum-in-cpp/" TargetMode="External"/><Relationship Id="rId5" Type="http://schemas.openxmlformats.org/officeDocument/2006/relationships/hyperlink" Target="https://www.geeksforgeeks.org/dsa/largest-sum-contiguous-subarray/" TargetMode="External"/><Relationship Id="rId4" Type="http://schemas.openxmlformats.org/officeDocument/2006/relationships/hyperlink" Target="https://personal.utdallas.edu/~daescu/maxsa.pdf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5537"/>
            <a:ext cx="10868745" cy="217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800" b="1" kern="0" spc="-137" dirty="0">
                <a:gradFill>
                  <a:gsLst>
                    <a:gs pos="0">
                      <a:srgbClr val="A980FC"/>
                    </a:gs>
                    <a:gs pos="100000">
                      <a:srgbClr val="FFAB79"/>
                    </a:gs>
                  </a:gsLst>
                  <a:lin ang="0" scaled="0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Maximum Subarray Sum using Divide and Conquer</a:t>
            </a:r>
            <a:endParaRPr lang="en-US" sz="6800" dirty="0">
              <a:gradFill>
                <a:gsLst>
                  <a:gs pos="0">
                    <a:srgbClr val="A980FC"/>
                  </a:gs>
                  <a:gs pos="100000">
                    <a:srgbClr val="FFAB79"/>
                  </a:gs>
                </a:gsLst>
                <a:lin ang="0" scaled="0"/>
              </a:gra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4014490"/>
            <a:ext cx="10868745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Efficient Solution to the Maximum Subarray Sum Problem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4533900"/>
            <a:ext cx="11478330" cy="330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5050730"/>
            <a:ext cx="11478330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Rajkumar Das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2318345"/>
            <a:ext cx="7820822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68" dirty="0">
                <a:gradFill>
                  <a:gsLst>
                    <a:gs pos="0">
                      <a:srgbClr val="A980FC"/>
                    </a:gs>
                    <a:gs pos="100000">
                      <a:srgbClr val="FFAB79"/>
                    </a:gs>
                  </a:gsLst>
                  <a:lin ang="0" scaled="0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Problem: Maximum Subarray Sum</a:t>
            </a:r>
            <a:endParaRPr lang="en-US" sz="3400" dirty="0">
              <a:gradFill>
                <a:gsLst>
                  <a:gs pos="0">
                    <a:srgbClr val="A980FC"/>
                  </a:gs>
                  <a:gs pos="100000">
                    <a:srgbClr val="FFAB79"/>
                  </a:gs>
                </a:gsLst>
                <a:lin ang="0" scaled="0"/>
              </a:gra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61475" y="3109119"/>
            <a:ext cx="7820822" cy="143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Given an array of integers (including positive and negative), find the contiguous subarray with the largest sum.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[3, -7, 5, -2, 8, -9, 4, 1, 6, -3]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481C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subarray:</a:t>
            </a: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[5, -2, 8, -9, 4, 1, 6] → Maximum sum = 13</a:t>
            </a:r>
            <a:endParaRPr lang="en-US" sz="13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761" y="917144"/>
            <a:ext cx="10868745" cy="108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68" dirty="0">
                <a:gradFill>
                  <a:gsLst>
                    <a:gs pos="0">
                      <a:srgbClr val="A980FC"/>
                    </a:gs>
                    <a:gs pos="100000">
                      <a:srgbClr val="FFAB79"/>
                    </a:gs>
                  </a:gsLst>
                  <a:lin ang="0" scaled="0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Four ways to solve this problem with decreasing time complexity</a:t>
            </a:r>
            <a:endParaRPr lang="en-US" sz="3400" dirty="0">
              <a:gradFill>
                <a:gsLst>
                  <a:gs pos="0">
                    <a:srgbClr val="A980FC"/>
                  </a:gs>
                  <a:gs pos="100000">
                    <a:srgbClr val="FFAB79"/>
                  </a:gs>
                </a:gsLst>
                <a:lin ang="0" scaled="0"/>
              </a:gra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97627" y="2333086"/>
            <a:ext cx="3667232" cy="1964829"/>
          </a:xfrm>
          <a:prstGeom prst="roundRect">
            <a:avLst>
              <a:gd name="adj" fmla="val 6061"/>
            </a:avLst>
          </a:prstGeom>
          <a:solidFill>
            <a:srgbClr val="481C9E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62922" y="2498384"/>
            <a:ext cx="3336643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41" dirty="0">
                <a:solidFill>
                  <a:srgbClr val="FFB07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Brute Force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762922" y="2989220"/>
            <a:ext cx="3336643" cy="94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Time:</a:t>
            </a: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O(n³)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every possible subarray and compute each sum from scratch.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6503" y="2333086"/>
            <a:ext cx="3499259" cy="1964829"/>
          </a:xfrm>
          <a:prstGeom prst="roundRect">
            <a:avLst>
              <a:gd name="adj" fmla="val 6061"/>
            </a:avLst>
          </a:prstGeom>
          <a:solidFill>
            <a:srgbClr val="481C9E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601797" y="2498384"/>
            <a:ext cx="3168670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41" dirty="0">
                <a:solidFill>
                  <a:srgbClr val="FFB07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Improved Brute Force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4601797" y="2989220"/>
            <a:ext cx="3168670" cy="94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Time:</a:t>
            </a: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O(n²)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partial sums so each subarray does not need to be recomputed fully.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07406" y="2333086"/>
            <a:ext cx="3609686" cy="1964829"/>
          </a:xfrm>
          <a:prstGeom prst="roundRect">
            <a:avLst>
              <a:gd name="adj" fmla="val 6061"/>
            </a:avLst>
          </a:prstGeom>
          <a:solidFill>
            <a:srgbClr val="481C9E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72700" y="2498384"/>
            <a:ext cx="3279098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FFB07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Kadane’s Algorithm using Dynamic Programming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72700" y="3206409"/>
            <a:ext cx="3279098" cy="94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Time:</a:t>
            </a: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O(n)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the best sum ending at each position and decide whether to extend or restart.</a:t>
            </a:r>
            <a:endParaRPr lang="en-US" sz="13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AF32D00-10F5-1E65-CA6B-B8D5786F551C}"/>
              </a:ext>
            </a:extLst>
          </p:cNvPr>
          <p:cNvSpPr/>
          <p:nvPr/>
        </p:nvSpPr>
        <p:spPr>
          <a:xfrm>
            <a:off x="4381291" y="4525143"/>
            <a:ext cx="3609686" cy="1964829"/>
          </a:xfrm>
          <a:prstGeom prst="roundRect">
            <a:avLst>
              <a:gd name="adj" fmla="val 6061"/>
            </a:avLst>
          </a:prstGeom>
          <a:solidFill>
            <a:srgbClr val="481C9E">
              <a:alpha val="9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FD365D63-7B09-3111-2B7F-2261C28640AF}"/>
              </a:ext>
            </a:extLst>
          </p:cNvPr>
          <p:cNvSpPr/>
          <p:nvPr/>
        </p:nvSpPr>
        <p:spPr>
          <a:xfrm>
            <a:off x="4546585" y="4690441"/>
            <a:ext cx="3279098" cy="542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34" dirty="0">
                <a:solidFill>
                  <a:srgbClr val="FFB071"/>
                </a:solidFill>
                <a:latin typeface="Petrona Bold" pitchFamily="34" charset="0"/>
              </a:rPr>
              <a:t>Divide and Conquer</a:t>
            </a:r>
            <a:endParaRPr lang="en-US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D0904790-7565-21E8-1AF0-44B1BD034BCD}"/>
              </a:ext>
            </a:extLst>
          </p:cNvPr>
          <p:cNvSpPr/>
          <p:nvPr/>
        </p:nvSpPr>
        <p:spPr>
          <a:xfrm>
            <a:off x="4546585" y="5233168"/>
            <a:ext cx="3279098" cy="125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Time:</a:t>
            </a: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O(nlogn)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Divide the array into two halves, solve each half recursively, and find the best subarray crossing the middle.</a:t>
            </a:r>
            <a:endParaRPr lang="en-US" sz="1300" dirty="0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9806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55" dirty="0">
                <a:gradFill>
                  <a:gsLst>
                    <a:gs pos="0">
                      <a:srgbClr val="A980FC"/>
                    </a:gs>
                    <a:gs pos="100000">
                      <a:srgbClr val="FFAB79"/>
                    </a:gs>
                  </a:gsLst>
                  <a:lin ang="0" scaled="0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Brute Force Method (O(n³))</a:t>
            </a:r>
            <a:endParaRPr lang="en-US" sz="2700" dirty="0">
              <a:gradFill>
                <a:gsLst>
                  <a:gs pos="0">
                    <a:srgbClr val="A980FC"/>
                  </a:gs>
                  <a:gs pos="100000">
                    <a:srgbClr val="FFAB79"/>
                  </a:gs>
                </a:gsLst>
                <a:lin ang="0" scaled="0"/>
              </a:gra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67203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Idea: Enumerate every contiguous subarray and compute its sum from scratch.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122686"/>
            <a:ext cx="10868745" cy="2447528"/>
          </a:xfrm>
          <a:prstGeom prst="roundRect">
            <a:avLst>
              <a:gd name="adj" fmla="val 2838"/>
            </a:avLst>
          </a:prstGeom>
          <a:solidFill>
            <a:srgbClr val="1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9907" y="2287984"/>
            <a:ext cx="10471880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maxSum = -∞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for i = 0 to n−1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for j = i to n−1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sum = 0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for k = i to j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  sum += arr[k]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maxSum = max(maxSum, sum)</a:t>
            </a:r>
          </a:p>
        </p:txBody>
      </p:sp>
      <p:sp>
        <p:nvSpPr>
          <p:cNvPr id="6" name="Text 4"/>
          <p:cNvSpPr/>
          <p:nvPr/>
        </p:nvSpPr>
        <p:spPr>
          <a:xfrm>
            <a:off x="661475" y="475624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Complexity: Outer O(n) × Middle O(n) × Inner O(n) = O(n³)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5206901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2F1D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446613"/>
            <a:ext cx="206667" cy="1652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8731" y="541347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method repeats many identical summations — inefficient and impractical for large n.</a:t>
            </a:r>
            <a:endParaRPr lang="en-US" sz="1300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382D53-3788-DC47-3862-54A79D5A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ECB7C62-B5E1-B646-3533-80BF079F70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504"/>
          <a:stretch>
            <a:fillRect/>
          </a:stretch>
        </p:blipFill>
        <p:spPr>
          <a:xfrm>
            <a:off x="3322608" y="1889970"/>
            <a:ext cx="5546785" cy="15390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4C5968-A18E-F30B-E602-82804314AD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82"/>
          <a:stretch>
            <a:fillRect/>
          </a:stretch>
        </p:blipFill>
        <p:spPr>
          <a:xfrm>
            <a:off x="2736011" y="3429000"/>
            <a:ext cx="6719977" cy="153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5302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1A03CC-EE2F-A150-09B6-D390FB6F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B06F9-643F-AC04-4DAB-FBEDEEEC2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325" y="90487"/>
            <a:ext cx="470535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3779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5BA8BD-0E86-EAB0-83B3-A3DBC9661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8CA96E-02FB-2232-BEA1-538914F86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962" y="128587"/>
            <a:ext cx="9744075" cy="6600825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4BCAB1-C286-218D-0724-432C9E83147A}"/>
              </a:ext>
            </a:extLst>
          </p:cNvPr>
          <p:cNvSpPr/>
          <p:nvPr/>
        </p:nvSpPr>
        <p:spPr>
          <a:xfrm>
            <a:off x="2631440" y="4622800"/>
            <a:ext cx="3200400" cy="233680"/>
          </a:xfrm>
          <a:prstGeom prst="round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61841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0790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55" dirty="0">
                <a:gradFill>
                  <a:gsLst>
                    <a:gs pos="0">
                      <a:srgbClr val="A980FC"/>
                    </a:gs>
                    <a:gs pos="100000">
                      <a:srgbClr val="FFAB79"/>
                    </a:gs>
                  </a:gsLst>
                  <a:lin ang="0" scaled="0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Improved Brute Force (O(n²))</a:t>
            </a:r>
            <a:endParaRPr lang="en-US" sz="2700" dirty="0">
              <a:gradFill>
                <a:gsLst>
                  <a:gs pos="0">
                    <a:srgbClr val="A980FC"/>
                  </a:gs>
                  <a:gs pos="100000">
                    <a:srgbClr val="FFAB79"/>
                  </a:gs>
                </a:gsLst>
                <a:lin ang="0" scaled="0"/>
              </a:gra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84566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 Reuse a running sum instead of recomputing it for each j.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296318"/>
            <a:ext cx="10868745" cy="2368947"/>
          </a:xfrm>
          <a:prstGeom prst="roundRect">
            <a:avLst>
              <a:gd name="adj" fmla="val 3182"/>
            </a:avLst>
          </a:prstGeom>
          <a:solidFill>
            <a:srgbClr val="1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9907" y="2461617"/>
            <a:ext cx="10471880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maxSum = -∞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for i = 0 to n−1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sum = 0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for j = i to n−1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sum += arr[j]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   maxSum = max(maxSum, sum)</a:t>
            </a:r>
          </a:p>
        </p:txBody>
      </p:sp>
      <p:sp>
        <p:nvSpPr>
          <p:cNvPr id="6" name="Text 4"/>
          <p:cNvSpPr/>
          <p:nvPr/>
        </p:nvSpPr>
        <p:spPr>
          <a:xfrm>
            <a:off x="661475" y="466526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Complexity: O(n²). Eliminates the inner-most loop by carrying forward partial sums.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5115917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2F1D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355630"/>
            <a:ext cx="206667" cy="1652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8731" y="532249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examines every starting index i — can we do better?</a:t>
            </a:r>
            <a:endParaRPr lang="en-US" sz="1300" dirty="0"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C43257-C1E8-772B-ABF4-72492A2C6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16983A-B7C4-A675-457F-5AF1B4A426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443"/>
          <a:stretch>
            <a:fillRect/>
          </a:stretch>
        </p:blipFill>
        <p:spPr>
          <a:xfrm>
            <a:off x="3036498" y="2076450"/>
            <a:ext cx="5676181" cy="1206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0E3E8E-AFD2-9DC2-453E-6C8064C07A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02" r="641"/>
          <a:stretch>
            <a:fillRect/>
          </a:stretch>
        </p:blipFill>
        <p:spPr>
          <a:xfrm>
            <a:off x="2634106" y="3282950"/>
            <a:ext cx="6480964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704730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8A96E4-FA07-64A4-EB4A-43E94915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58C87E-E778-DBE4-759C-912BD71A1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137" y="176212"/>
            <a:ext cx="5419725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7031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08884F-3C9A-5BC4-5DA7-AC2F0B79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BE1D8E-269E-278A-43E8-FEA711D3B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32" y="0"/>
            <a:ext cx="9064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8394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2A456C-E94E-78A8-C979-85CC3E28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781A1A-6F50-8085-6BE9-847C0CB431F1}"/>
              </a:ext>
            </a:extLst>
          </p:cNvPr>
          <p:cNvSpPr/>
          <p:nvPr/>
        </p:nvSpPr>
        <p:spPr>
          <a:xfrm>
            <a:off x="661475" y="544767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55" dirty="0">
                <a:gradFill>
                  <a:gsLst>
                    <a:gs pos="0">
                      <a:srgbClr val="A980FC"/>
                    </a:gs>
                    <a:gs pos="100000">
                      <a:srgbClr val="FFAB79"/>
                    </a:gs>
                  </a:gsLst>
                  <a:lin ang="0" scaled="0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Divide and Conquer Method (O(nlogn))</a:t>
            </a:r>
            <a:endParaRPr lang="en-US" sz="2700" dirty="0">
              <a:gradFill>
                <a:gsLst>
                  <a:gs pos="0">
                    <a:srgbClr val="A980FC"/>
                  </a:gs>
                  <a:gs pos="100000">
                    <a:srgbClr val="FFAB79"/>
                  </a:gs>
                </a:gsLst>
                <a:lin ang="0" scaled="0"/>
              </a:gra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78C321-BA3D-803F-86C1-22928ED544A0}"/>
              </a:ext>
            </a:extLst>
          </p:cNvPr>
          <p:cNvSpPr/>
          <p:nvPr/>
        </p:nvSpPr>
        <p:spPr>
          <a:xfrm>
            <a:off x="661475" y="115486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Idea: Divide the array into two halves and recursively find the maximum subarray in each half.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5F287F-A802-7AD2-0B71-7D8A13C0D324}"/>
              </a:ext>
            </a:extLst>
          </p:cNvPr>
          <p:cNvSpPr/>
          <p:nvPr/>
        </p:nvSpPr>
        <p:spPr>
          <a:xfrm>
            <a:off x="661475" y="1595399"/>
            <a:ext cx="10868745" cy="4012325"/>
          </a:xfrm>
          <a:prstGeom prst="roundRect">
            <a:avLst>
              <a:gd name="adj" fmla="val 2838"/>
            </a:avLst>
          </a:prstGeom>
          <a:solidFill>
            <a:srgbClr val="1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527BB92-4335-4FD4-C5B4-6D7F7AE661F8}"/>
              </a:ext>
            </a:extLst>
          </p:cNvPr>
          <p:cNvSpPr/>
          <p:nvPr/>
        </p:nvSpPr>
        <p:spPr>
          <a:xfrm>
            <a:off x="859907" y="1812091"/>
            <a:ext cx="10471880" cy="359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MaxSubarray(arr, left, right):</a:t>
            </a: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if left == right:</a:t>
            </a: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arr[left]</a:t>
            </a: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mid = (left + right) // 2</a:t>
            </a: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leftMax = MaxSubarray(arr, left, mid)</a:t>
            </a: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rightMax = MaxSubarray(arr, mid + 1, right)</a:t>
            </a: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crossMax = MaxCrossingSum(arr, left, mid, right)</a:t>
            </a: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return max(leftMax, rightMax, crossMax)</a:t>
            </a:r>
          </a:p>
          <a:p>
            <a:pPr>
              <a:lnSpc>
                <a:spcPct val="133000"/>
              </a:lnSpc>
            </a:pP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MaxCrossingSum(arr, left, mid, right):</a:t>
            </a: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find maximum sum from mid → left</a:t>
            </a: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find maximum sum from mid+1 → right</a:t>
            </a:r>
          </a:p>
          <a:p>
            <a:pPr>
              <a:lnSpc>
                <a:spcPct val="133000"/>
              </a:lnSpc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   return leftSum + rightSum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43CDD03-3BD9-5CED-5D84-B188AEECB36D}"/>
              </a:ext>
            </a:extLst>
          </p:cNvPr>
          <p:cNvSpPr/>
          <p:nvPr/>
        </p:nvSpPr>
        <p:spPr>
          <a:xfrm>
            <a:off x="661627" y="5847487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2F1D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F857BC4A-478B-7094-FFF6-CFA48286A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7" y="6103719"/>
            <a:ext cx="206667" cy="165298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29320671-08F2-3DEE-60A4-D6856E56B168}"/>
              </a:ext>
            </a:extLst>
          </p:cNvPr>
          <p:cNvSpPr/>
          <p:nvPr/>
        </p:nvSpPr>
        <p:spPr>
          <a:xfrm>
            <a:off x="1198883" y="605406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array is divided into two halves recursively, and finding the crossing sum takes O(n)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77197829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CDC50B-8991-AB57-D0E1-B7DA035E9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577B264-F2B4-7757-83E4-A8DB36E8D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49222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8FC0CD-F81A-EE16-AA13-D150AB5E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CDDD0DC-4785-D412-EDE5-0DC7599E0D10}"/>
              </a:ext>
            </a:extLst>
          </p:cNvPr>
          <p:cNvSpPr/>
          <p:nvPr/>
        </p:nvSpPr>
        <p:spPr>
          <a:xfrm>
            <a:off x="1183971" y="573656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C7E2898-E210-500B-D188-CC3862B0543C}"/>
              </a:ext>
            </a:extLst>
          </p:cNvPr>
          <p:cNvSpPr/>
          <p:nvPr/>
        </p:nvSpPr>
        <p:spPr>
          <a:xfrm>
            <a:off x="2102684" y="573656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-7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AE6CBE2-83CA-19DB-77E7-832FAEFC88F0}"/>
              </a:ext>
            </a:extLst>
          </p:cNvPr>
          <p:cNvSpPr/>
          <p:nvPr/>
        </p:nvSpPr>
        <p:spPr>
          <a:xfrm>
            <a:off x="3030023" y="573656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FA97CA-294C-122A-89B4-737E86C9C6DA}"/>
              </a:ext>
            </a:extLst>
          </p:cNvPr>
          <p:cNvSpPr/>
          <p:nvPr/>
        </p:nvSpPr>
        <p:spPr>
          <a:xfrm>
            <a:off x="3982882" y="573656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-2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5588E08-BF65-17DE-725B-D082D877862F}"/>
              </a:ext>
            </a:extLst>
          </p:cNvPr>
          <p:cNvSpPr/>
          <p:nvPr/>
        </p:nvSpPr>
        <p:spPr>
          <a:xfrm>
            <a:off x="4927831" y="573656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54A556E-085F-DB13-7A83-497E3D331572}"/>
              </a:ext>
            </a:extLst>
          </p:cNvPr>
          <p:cNvSpPr/>
          <p:nvPr/>
        </p:nvSpPr>
        <p:spPr>
          <a:xfrm>
            <a:off x="5930647" y="573656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8240EA-C149-DDBD-4C7D-0C3F0B8819C2}"/>
              </a:ext>
            </a:extLst>
          </p:cNvPr>
          <p:cNvSpPr/>
          <p:nvPr/>
        </p:nvSpPr>
        <p:spPr>
          <a:xfrm>
            <a:off x="6849360" y="573656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2056DEF-3F40-E4A8-A2D2-A717D742B8D0}"/>
              </a:ext>
            </a:extLst>
          </p:cNvPr>
          <p:cNvSpPr/>
          <p:nvPr/>
        </p:nvSpPr>
        <p:spPr>
          <a:xfrm>
            <a:off x="7776699" y="573656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4155344-EEEC-1BDD-4175-D8E8F3960E0A}"/>
              </a:ext>
            </a:extLst>
          </p:cNvPr>
          <p:cNvSpPr/>
          <p:nvPr/>
        </p:nvSpPr>
        <p:spPr>
          <a:xfrm>
            <a:off x="8729558" y="573656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6E58449-E824-6485-5EA5-F893E2914EC4}"/>
              </a:ext>
            </a:extLst>
          </p:cNvPr>
          <p:cNvSpPr/>
          <p:nvPr/>
        </p:nvSpPr>
        <p:spPr>
          <a:xfrm>
            <a:off x="9674507" y="573656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-3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31CDB411-6265-3814-8982-F57D9A4E572F}"/>
              </a:ext>
            </a:extLst>
          </p:cNvPr>
          <p:cNvSpPr/>
          <p:nvPr/>
        </p:nvSpPr>
        <p:spPr>
          <a:xfrm>
            <a:off x="1244044" y="2031018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CD707D85-B7D8-61C5-E989-1AA763FDBF32}"/>
              </a:ext>
            </a:extLst>
          </p:cNvPr>
          <p:cNvSpPr/>
          <p:nvPr/>
        </p:nvSpPr>
        <p:spPr>
          <a:xfrm>
            <a:off x="1964044" y="2031018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-7</a:t>
            </a: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CC285195-10BF-9CAA-7FD0-6A6074066CD3}"/>
              </a:ext>
            </a:extLst>
          </p:cNvPr>
          <p:cNvSpPr/>
          <p:nvPr/>
        </p:nvSpPr>
        <p:spPr>
          <a:xfrm>
            <a:off x="3095365" y="2048163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D4D6DEA8-D804-DE77-24CF-8CC0AFA614CB}"/>
              </a:ext>
            </a:extLst>
          </p:cNvPr>
          <p:cNvSpPr/>
          <p:nvPr/>
        </p:nvSpPr>
        <p:spPr>
          <a:xfrm>
            <a:off x="3815365" y="2048163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-2</a:t>
            </a: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D970CDB-D332-525F-31A7-13C4736AEBE7}"/>
              </a:ext>
            </a:extLst>
          </p:cNvPr>
          <p:cNvSpPr/>
          <p:nvPr/>
        </p:nvSpPr>
        <p:spPr>
          <a:xfrm>
            <a:off x="5085986" y="2048163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6C09EAB3-4877-3C13-A3F3-EDB4D88DF264}"/>
              </a:ext>
            </a:extLst>
          </p:cNvPr>
          <p:cNvSpPr/>
          <p:nvPr/>
        </p:nvSpPr>
        <p:spPr>
          <a:xfrm>
            <a:off x="5789168" y="2048163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F94635EB-0FB8-5BF7-5F4C-59B2ED2F2CD6}"/>
              </a:ext>
            </a:extLst>
          </p:cNvPr>
          <p:cNvSpPr/>
          <p:nvPr/>
        </p:nvSpPr>
        <p:spPr>
          <a:xfrm>
            <a:off x="6989373" y="2048163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DAEF2636-EE93-BDC2-AB86-409E6303E7E4}"/>
              </a:ext>
            </a:extLst>
          </p:cNvPr>
          <p:cNvSpPr/>
          <p:nvPr/>
        </p:nvSpPr>
        <p:spPr>
          <a:xfrm>
            <a:off x="7717071" y="2048163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12F63D02-0201-BCC8-A57F-75D9596B5DAC}"/>
              </a:ext>
            </a:extLst>
          </p:cNvPr>
          <p:cNvSpPr/>
          <p:nvPr/>
        </p:nvSpPr>
        <p:spPr>
          <a:xfrm>
            <a:off x="8787956" y="2048163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B0ABF6EA-37B2-66F8-3E1B-A5EBF455FAD3}"/>
              </a:ext>
            </a:extLst>
          </p:cNvPr>
          <p:cNvSpPr/>
          <p:nvPr/>
        </p:nvSpPr>
        <p:spPr>
          <a:xfrm>
            <a:off x="9507956" y="2048163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-3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287C953F-02A6-9EC7-2FF5-DD53233CF7C8}"/>
              </a:ext>
            </a:extLst>
          </p:cNvPr>
          <p:cNvSpPr/>
          <p:nvPr/>
        </p:nvSpPr>
        <p:spPr>
          <a:xfrm>
            <a:off x="1344330" y="174374"/>
            <a:ext cx="399282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B5403185-2B92-2D57-4286-B387C70B2927}"/>
              </a:ext>
            </a:extLst>
          </p:cNvPr>
          <p:cNvSpPr/>
          <p:nvPr/>
        </p:nvSpPr>
        <p:spPr>
          <a:xfrm>
            <a:off x="3220803" y="174374"/>
            <a:ext cx="399282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B07F7BFC-8237-7E35-8DA4-665E02A4F1E9}"/>
              </a:ext>
            </a:extLst>
          </p:cNvPr>
          <p:cNvSpPr/>
          <p:nvPr/>
        </p:nvSpPr>
        <p:spPr>
          <a:xfrm>
            <a:off x="4068907" y="174374"/>
            <a:ext cx="529018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-2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F3E6C6A2-952A-B28F-6FC7-4408CE2BBC74}"/>
              </a:ext>
            </a:extLst>
          </p:cNvPr>
          <p:cNvSpPr/>
          <p:nvPr/>
        </p:nvSpPr>
        <p:spPr>
          <a:xfrm>
            <a:off x="5088190" y="174374"/>
            <a:ext cx="399282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6D5041E6-D053-1BFD-D1EA-16E6708B496E}"/>
              </a:ext>
            </a:extLst>
          </p:cNvPr>
          <p:cNvSpPr/>
          <p:nvPr/>
        </p:nvSpPr>
        <p:spPr>
          <a:xfrm>
            <a:off x="7009719" y="174374"/>
            <a:ext cx="399282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3F7DCD17-A524-266F-3DCE-797B5CFC8093}"/>
              </a:ext>
            </a:extLst>
          </p:cNvPr>
          <p:cNvSpPr/>
          <p:nvPr/>
        </p:nvSpPr>
        <p:spPr>
          <a:xfrm>
            <a:off x="7928432" y="174374"/>
            <a:ext cx="399282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BC9C1225-1133-8854-9E4E-552CCBA43102}"/>
              </a:ext>
            </a:extLst>
          </p:cNvPr>
          <p:cNvSpPr/>
          <p:nvPr/>
        </p:nvSpPr>
        <p:spPr>
          <a:xfrm>
            <a:off x="8882727" y="174374"/>
            <a:ext cx="399282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0F3B126A-5D70-0F02-C4DE-F67471602A7A}"/>
              </a:ext>
            </a:extLst>
          </p:cNvPr>
          <p:cNvSpPr/>
          <p:nvPr/>
        </p:nvSpPr>
        <p:spPr>
          <a:xfrm>
            <a:off x="2186787" y="174374"/>
            <a:ext cx="525067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-7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FBD0D4A9-9904-05E9-C9D4-6EA01DCCE185}"/>
              </a:ext>
            </a:extLst>
          </p:cNvPr>
          <p:cNvSpPr/>
          <p:nvPr/>
        </p:nvSpPr>
        <p:spPr>
          <a:xfrm>
            <a:off x="6059124" y="174374"/>
            <a:ext cx="525067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ED1837F5-44D0-A668-277A-E844A3EF0632}"/>
              </a:ext>
            </a:extLst>
          </p:cNvPr>
          <p:cNvSpPr/>
          <p:nvPr/>
        </p:nvSpPr>
        <p:spPr>
          <a:xfrm>
            <a:off x="9771973" y="174374"/>
            <a:ext cx="525067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-3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A8AAA54-FAD8-64F9-0130-8B9AB53A2DF8}"/>
              </a:ext>
            </a:extLst>
          </p:cNvPr>
          <p:cNvCxnSpPr/>
          <p:nvPr/>
        </p:nvCxnSpPr>
        <p:spPr>
          <a:xfrm>
            <a:off x="1523940" y="998290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256C075-41E2-64F6-964F-07725261FA8D}"/>
              </a:ext>
            </a:extLst>
          </p:cNvPr>
          <p:cNvCxnSpPr/>
          <p:nvPr/>
        </p:nvCxnSpPr>
        <p:spPr>
          <a:xfrm flipH="1">
            <a:off x="1964044" y="998290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1326D470-1F48-BCD7-D0C4-9091239B53DC}"/>
              </a:ext>
            </a:extLst>
          </p:cNvPr>
          <p:cNvSpPr/>
          <p:nvPr/>
        </p:nvSpPr>
        <p:spPr>
          <a:xfrm>
            <a:off x="1738978" y="1130766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-4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05D1D783-71D9-A6AE-CCE2-C6F2D47A9E43}"/>
              </a:ext>
            </a:extLst>
          </p:cNvPr>
          <p:cNvCxnSpPr/>
          <p:nvPr/>
        </p:nvCxnSpPr>
        <p:spPr>
          <a:xfrm>
            <a:off x="3375261" y="981145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6269329-2324-838A-8ABF-CB8094B52062}"/>
              </a:ext>
            </a:extLst>
          </p:cNvPr>
          <p:cNvCxnSpPr/>
          <p:nvPr/>
        </p:nvCxnSpPr>
        <p:spPr>
          <a:xfrm flipH="1">
            <a:off x="3815365" y="981145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8C1E2DD7-42BF-6E95-C176-2202315E570B}"/>
              </a:ext>
            </a:extLst>
          </p:cNvPr>
          <p:cNvSpPr/>
          <p:nvPr/>
        </p:nvSpPr>
        <p:spPr>
          <a:xfrm>
            <a:off x="3590299" y="1113621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3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701E7EDD-17B3-7C15-DF70-C917D4980A8B}"/>
              </a:ext>
            </a:extLst>
          </p:cNvPr>
          <p:cNvCxnSpPr/>
          <p:nvPr/>
        </p:nvCxnSpPr>
        <p:spPr>
          <a:xfrm>
            <a:off x="5342641" y="981145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38AE679-F8F8-5BEB-8D2A-16C6C25847C0}"/>
              </a:ext>
            </a:extLst>
          </p:cNvPr>
          <p:cNvCxnSpPr/>
          <p:nvPr/>
        </p:nvCxnSpPr>
        <p:spPr>
          <a:xfrm flipH="1">
            <a:off x="5782745" y="981145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DE2208EA-00CE-664F-6E09-6D21A1185063}"/>
              </a:ext>
            </a:extLst>
          </p:cNvPr>
          <p:cNvSpPr/>
          <p:nvPr/>
        </p:nvSpPr>
        <p:spPr>
          <a:xfrm>
            <a:off x="5557679" y="1113621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-1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BF0D134-F8CB-ED7E-A7EC-4948135232EA}"/>
              </a:ext>
            </a:extLst>
          </p:cNvPr>
          <p:cNvCxnSpPr/>
          <p:nvPr/>
        </p:nvCxnSpPr>
        <p:spPr>
          <a:xfrm>
            <a:off x="7193963" y="996552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5C71F28-7DFE-64E7-FB2D-A120A56F901E}"/>
              </a:ext>
            </a:extLst>
          </p:cNvPr>
          <p:cNvCxnSpPr/>
          <p:nvPr/>
        </p:nvCxnSpPr>
        <p:spPr>
          <a:xfrm flipH="1">
            <a:off x="7634067" y="996552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A6B48AE0-19D5-90EF-0675-5B976A3A6C63}"/>
              </a:ext>
            </a:extLst>
          </p:cNvPr>
          <p:cNvSpPr/>
          <p:nvPr/>
        </p:nvSpPr>
        <p:spPr>
          <a:xfrm>
            <a:off x="7409001" y="1129028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86E7AADA-48AD-EC15-29A7-2F594C9D9FAB}"/>
              </a:ext>
            </a:extLst>
          </p:cNvPr>
          <p:cNvCxnSpPr/>
          <p:nvPr/>
        </p:nvCxnSpPr>
        <p:spPr>
          <a:xfrm>
            <a:off x="9030175" y="981145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88EA4A3-A0C2-4B02-0268-F468607421A6}"/>
              </a:ext>
            </a:extLst>
          </p:cNvPr>
          <p:cNvCxnSpPr/>
          <p:nvPr/>
        </p:nvCxnSpPr>
        <p:spPr>
          <a:xfrm flipH="1">
            <a:off x="9470279" y="981145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F22F76EF-154B-4EFE-13B0-53EA1A23E360}"/>
              </a:ext>
            </a:extLst>
          </p:cNvPr>
          <p:cNvSpPr/>
          <p:nvPr/>
        </p:nvSpPr>
        <p:spPr>
          <a:xfrm>
            <a:off x="9245213" y="1113621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8976B7DE-143E-62B4-B7FD-35210EBFE964}"/>
              </a:ext>
            </a:extLst>
          </p:cNvPr>
          <p:cNvSpPr/>
          <p:nvPr/>
        </p:nvSpPr>
        <p:spPr>
          <a:xfrm>
            <a:off x="1764403" y="1567336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20EDABC8-9CFB-705C-1568-AA04CB4FD9E9}"/>
              </a:ext>
            </a:extLst>
          </p:cNvPr>
          <p:cNvSpPr/>
          <p:nvPr/>
        </p:nvSpPr>
        <p:spPr>
          <a:xfrm>
            <a:off x="3629962" y="1567336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B78BFF65-3E10-6476-7DD2-AD7B90AA0559}"/>
              </a:ext>
            </a:extLst>
          </p:cNvPr>
          <p:cNvSpPr/>
          <p:nvPr/>
        </p:nvSpPr>
        <p:spPr>
          <a:xfrm>
            <a:off x="5583104" y="1550096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BB723DF3-79E2-B873-D80B-571D9851A583}"/>
              </a:ext>
            </a:extLst>
          </p:cNvPr>
          <p:cNvSpPr/>
          <p:nvPr/>
        </p:nvSpPr>
        <p:spPr>
          <a:xfrm>
            <a:off x="7434426" y="1567336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7180443F-0A47-CFA7-FA8D-5AE18C8B92A1}"/>
              </a:ext>
            </a:extLst>
          </p:cNvPr>
          <p:cNvSpPr/>
          <p:nvPr/>
        </p:nvSpPr>
        <p:spPr>
          <a:xfrm>
            <a:off x="9324539" y="1567336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166FBC0E-FED1-C7E2-539A-6C580C71A318}"/>
              </a:ext>
            </a:extLst>
          </p:cNvPr>
          <p:cNvSpPr/>
          <p:nvPr/>
        </p:nvSpPr>
        <p:spPr>
          <a:xfrm>
            <a:off x="1444473" y="3483444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56F33DEB-0DBF-4D64-D6AF-EEF156B03B96}"/>
              </a:ext>
            </a:extLst>
          </p:cNvPr>
          <p:cNvSpPr/>
          <p:nvPr/>
        </p:nvSpPr>
        <p:spPr>
          <a:xfrm>
            <a:off x="2164473" y="3483444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-7</a:t>
            </a: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23D27A12-DA3C-48E7-4D01-1D09E4ABD00A}"/>
              </a:ext>
            </a:extLst>
          </p:cNvPr>
          <p:cNvSpPr/>
          <p:nvPr/>
        </p:nvSpPr>
        <p:spPr>
          <a:xfrm>
            <a:off x="2890631" y="3483444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9DC27C7F-3AFE-B5FD-5BD9-65AF345EC490}"/>
              </a:ext>
            </a:extLst>
          </p:cNvPr>
          <p:cNvSpPr/>
          <p:nvPr/>
        </p:nvSpPr>
        <p:spPr>
          <a:xfrm>
            <a:off x="3610631" y="3483444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-2</a:t>
            </a: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759BFCB2-1F46-3F20-DE15-9C44D19646A0}"/>
              </a:ext>
            </a:extLst>
          </p:cNvPr>
          <p:cNvSpPr/>
          <p:nvPr/>
        </p:nvSpPr>
        <p:spPr>
          <a:xfrm>
            <a:off x="5173987" y="3483444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4C0A2563-652D-C3D1-9090-1CECFC311047}"/>
              </a:ext>
            </a:extLst>
          </p:cNvPr>
          <p:cNvSpPr/>
          <p:nvPr/>
        </p:nvSpPr>
        <p:spPr>
          <a:xfrm>
            <a:off x="5877169" y="3483444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463745C9-8812-3F7E-52B7-2BA7BB084DB7}"/>
              </a:ext>
            </a:extLst>
          </p:cNvPr>
          <p:cNvSpPr/>
          <p:nvPr/>
        </p:nvSpPr>
        <p:spPr>
          <a:xfrm>
            <a:off x="6605885" y="3483444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03C4035E-EBCE-D565-49CE-E2A98791CAEC}"/>
              </a:ext>
            </a:extLst>
          </p:cNvPr>
          <p:cNvSpPr/>
          <p:nvPr/>
        </p:nvSpPr>
        <p:spPr>
          <a:xfrm>
            <a:off x="7333583" y="3483444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36E37D13-11E9-522E-2797-35ABF07C6DFF}"/>
              </a:ext>
            </a:extLst>
          </p:cNvPr>
          <p:cNvSpPr/>
          <p:nvPr/>
        </p:nvSpPr>
        <p:spPr>
          <a:xfrm>
            <a:off x="8787956" y="3483444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3357E33A-8E57-EAF9-560B-AE3BDEBC2EF6}"/>
              </a:ext>
            </a:extLst>
          </p:cNvPr>
          <p:cNvSpPr/>
          <p:nvPr/>
        </p:nvSpPr>
        <p:spPr>
          <a:xfrm>
            <a:off x="9507956" y="3483444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-3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8DFD6B97-ED04-ADDA-8ADD-F239914765E5}"/>
              </a:ext>
            </a:extLst>
          </p:cNvPr>
          <p:cNvCxnSpPr/>
          <p:nvPr/>
        </p:nvCxnSpPr>
        <p:spPr>
          <a:xfrm>
            <a:off x="2401719" y="2460385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B0B89966-45CF-589D-7216-CF59C1251940}"/>
              </a:ext>
            </a:extLst>
          </p:cNvPr>
          <p:cNvCxnSpPr/>
          <p:nvPr/>
        </p:nvCxnSpPr>
        <p:spPr>
          <a:xfrm flipH="1">
            <a:off x="2841823" y="2460385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764116A3-8482-B303-27A1-6FD31DD10051}"/>
              </a:ext>
            </a:extLst>
          </p:cNvPr>
          <p:cNvSpPr/>
          <p:nvPr/>
        </p:nvSpPr>
        <p:spPr>
          <a:xfrm>
            <a:off x="2616757" y="2592861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8646E4F3-875D-53FA-345B-AE6A25ADCF3B}"/>
              </a:ext>
            </a:extLst>
          </p:cNvPr>
          <p:cNvSpPr/>
          <p:nvPr/>
        </p:nvSpPr>
        <p:spPr>
          <a:xfrm>
            <a:off x="2656420" y="3004473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7DA0D0A1-1AB2-A2D7-4FF9-671A600E386A}"/>
              </a:ext>
            </a:extLst>
          </p:cNvPr>
          <p:cNvCxnSpPr/>
          <p:nvPr/>
        </p:nvCxnSpPr>
        <p:spPr>
          <a:xfrm>
            <a:off x="6316073" y="2488218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EAAC590E-9FD4-A2C9-4110-8C42FB988680}"/>
              </a:ext>
            </a:extLst>
          </p:cNvPr>
          <p:cNvCxnSpPr/>
          <p:nvPr/>
        </p:nvCxnSpPr>
        <p:spPr>
          <a:xfrm flipH="1">
            <a:off x="6756177" y="2488218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23530D15-6D60-0138-B54D-680CF24DF5ED}"/>
              </a:ext>
            </a:extLst>
          </p:cNvPr>
          <p:cNvSpPr/>
          <p:nvPr/>
        </p:nvSpPr>
        <p:spPr>
          <a:xfrm>
            <a:off x="6531111" y="2620694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D7C319B0-6CC6-A9BD-EC9D-1F7D8009D4FC}"/>
              </a:ext>
            </a:extLst>
          </p:cNvPr>
          <p:cNvSpPr/>
          <p:nvPr/>
        </p:nvSpPr>
        <p:spPr>
          <a:xfrm>
            <a:off x="6556536" y="2992864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25FE201E-7B5C-44B5-88FF-B7E96B09980F}"/>
              </a:ext>
            </a:extLst>
          </p:cNvPr>
          <p:cNvCxnSpPr/>
          <p:nvPr/>
        </p:nvCxnSpPr>
        <p:spPr>
          <a:xfrm>
            <a:off x="9507956" y="2488218"/>
            <a:ext cx="0" cy="903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30322D8E-33EB-79DC-8FF7-662DDAD062F6}"/>
              </a:ext>
            </a:extLst>
          </p:cNvPr>
          <p:cNvCxnSpPr/>
          <p:nvPr/>
        </p:nvCxnSpPr>
        <p:spPr>
          <a:xfrm>
            <a:off x="4320327" y="3877276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9BB8F45-818A-532D-F7BB-A89C777B6966}"/>
              </a:ext>
            </a:extLst>
          </p:cNvPr>
          <p:cNvCxnSpPr/>
          <p:nvPr/>
        </p:nvCxnSpPr>
        <p:spPr>
          <a:xfrm flipH="1">
            <a:off x="4760431" y="3877276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0313EE12-E9D6-EF4A-93C3-B1E5A56A1772}"/>
              </a:ext>
            </a:extLst>
          </p:cNvPr>
          <p:cNvSpPr/>
          <p:nvPr/>
        </p:nvSpPr>
        <p:spPr>
          <a:xfrm>
            <a:off x="4535365" y="4009752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11</a:t>
            </a: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02668463-86D7-65C0-0ECB-5060C441B597}"/>
              </a:ext>
            </a:extLst>
          </p:cNvPr>
          <p:cNvCxnSpPr/>
          <p:nvPr/>
        </p:nvCxnSpPr>
        <p:spPr>
          <a:xfrm>
            <a:off x="7778251" y="5290420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8E7109C8-E894-EA0B-2450-E7FD29D885D8}"/>
              </a:ext>
            </a:extLst>
          </p:cNvPr>
          <p:cNvCxnSpPr/>
          <p:nvPr/>
        </p:nvCxnSpPr>
        <p:spPr>
          <a:xfrm flipH="1">
            <a:off x="8218355" y="5290420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D189DA92-B746-5DF6-313E-B8CAD042F69A}"/>
              </a:ext>
            </a:extLst>
          </p:cNvPr>
          <p:cNvSpPr/>
          <p:nvPr/>
        </p:nvSpPr>
        <p:spPr>
          <a:xfrm>
            <a:off x="7993289" y="5422896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BCA13F43-10C6-7FAE-CF4A-E2979C07B4B0}"/>
              </a:ext>
            </a:extLst>
          </p:cNvPr>
          <p:cNvSpPr/>
          <p:nvPr/>
        </p:nvSpPr>
        <p:spPr>
          <a:xfrm>
            <a:off x="1903971" y="4819846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995E83EA-7390-BFFC-06A4-56A527D8DD68}"/>
              </a:ext>
            </a:extLst>
          </p:cNvPr>
          <p:cNvSpPr/>
          <p:nvPr/>
        </p:nvSpPr>
        <p:spPr>
          <a:xfrm>
            <a:off x="2623971" y="4819846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-7</a:t>
            </a:r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A6BEEFC8-EB46-DDE1-7AAF-0C98998F7508}"/>
              </a:ext>
            </a:extLst>
          </p:cNvPr>
          <p:cNvSpPr/>
          <p:nvPr/>
        </p:nvSpPr>
        <p:spPr>
          <a:xfrm>
            <a:off x="3350129" y="4819846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212" name="Freeform: Shape 211">
            <a:extLst>
              <a:ext uri="{FF2B5EF4-FFF2-40B4-BE49-F238E27FC236}">
                <a16:creationId xmlns:a16="http://schemas.microsoft.com/office/drawing/2014/main" id="{F3D7FBA6-180A-1256-14E7-8473923B9968}"/>
              </a:ext>
            </a:extLst>
          </p:cNvPr>
          <p:cNvSpPr/>
          <p:nvPr/>
        </p:nvSpPr>
        <p:spPr>
          <a:xfrm>
            <a:off x="4070129" y="4819846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-2</a:t>
            </a:r>
          </a:p>
        </p:txBody>
      </p:sp>
      <p:sp>
        <p:nvSpPr>
          <p:cNvPr id="214" name="Freeform: Shape 213">
            <a:extLst>
              <a:ext uri="{FF2B5EF4-FFF2-40B4-BE49-F238E27FC236}">
                <a16:creationId xmlns:a16="http://schemas.microsoft.com/office/drawing/2014/main" id="{85CF1A07-555D-18B9-34CB-2F0583B5028F}"/>
              </a:ext>
            </a:extLst>
          </p:cNvPr>
          <p:cNvSpPr/>
          <p:nvPr/>
        </p:nvSpPr>
        <p:spPr>
          <a:xfrm>
            <a:off x="4791263" y="4819846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216" name="Freeform: Shape 215">
            <a:extLst>
              <a:ext uri="{FF2B5EF4-FFF2-40B4-BE49-F238E27FC236}">
                <a16:creationId xmlns:a16="http://schemas.microsoft.com/office/drawing/2014/main" id="{FBDD846A-322C-3E35-E627-E99F6A22CB39}"/>
              </a:ext>
            </a:extLst>
          </p:cNvPr>
          <p:cNvSpPr/>
          <p:nvPr/>
        </p:nvSpPr>
        <p:spPr>
          <a:xfrm>
            <a:off x="5494445" y="4819846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17D91D33-D4BA-CB28-80E1-99F5AF40C64A}"/>
              </a:ext>
            </a:extLst>
          </p:cNvPr>
          <p:cNvSpPr/>
          <p:nvPr/>
        </p:nvSpPr>
        <p:spPr>
          <a:xfrm>
            <a:off x="6223161" y="4819846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6A63A772-8CFF-B30E-2557-EF70A34A6C44}"/>
              </a:ext>
            </a:extLst>
          </p:cNvPr>
          <p:cNvSpPr/>
          <p:nvPr/>
        </p:nvSpPr>
        <p:spPr>
          <a:xfrm>
            <a:off x="6950859" y="4819846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222" name="Freeform: Shape 221">
            <a:extLst>
              <a:ext uri="{FF2B5EF4-FFF2-40B4-BE49-F238E27FC236}">
                <a16:creationId xmlns:a16="http://schemas.microsoft.com/office/drawing/2014/main" id="{3346EC91-D5E8-42E2-1B46-F9B90A7BD58E}"/>
              </a:ext>
            </a:extLst>
          </p:cNvPr>
          <p:cNvSpPr/>
          <p:nvPr/>
        </p:nvSpPr>
        <p:spPr>
          <a:xfrm>
            <a:off x="8781181" y="4819846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224" name="Freeform: Shape 223">
            <a:extLst>
              <a:ext uri="{FF2B5EF4-FFF2-40B4-BE49-F238E27FC236}">
                <a16:creationId xmlns:a16="http://schemas.microsoft.com/office/drawing/2014/main" id="{04A64107-6C5B-7FD7-CF32-3AE41110D110}"/>
              </a:ext>
            </a:extLst>
          </p:cNvPr>
          <p:cNvSpPr/>
          <p:nvPr/>
        </p:nvSpPr>
        <p:spPr>
          <a:xfrm>
            <a:off x="9501181" y="4819846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-3</a:t>
            </a: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1A0F3161-948D-EAD6-E84F-D25CD522AF2A}"/>
              </a:ext>
            </a:extLst>
          </p:cNvPr>
          <p:cNvSpPr/>
          <p:nvPr/>
        </p:nvSpPr>
        <p:spPr>
          <a:xfrm>
            <a:off x="4441631" y="4381922"/>
            <a:ext cx="637600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11</a:t>
            </a:r>
          </a:p>
        </p:txBody>
      </p: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9BD2FF8D-4E49-7BA5-E8F9-924F3D9B68C4}"/>
              </a:ext>
            </a:extLst>
          </p:cNvPr>
          <p:cNvCxnSpPr/>
          <p:nvPr/>
        </p:nvCxnSpPr>
        <p:spPr>
          <a:xfrm>
            <a:off x="9507956" y="3915918"/>
            <a:ext cx="0" cy="903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9A333EAC-1308-41DA-6903-522913E7297F}"/>
              </a:ext>
            </a:extLst>
          </p:cNvPr>
          <p:cNvSpPr/>
          <p:nvPr/>
        </p:nvSpPr>
        <p:spPr>
          <a:xfrm>
            <a:off x="7897523" y="5795066"/>
            <a:ext cx="637600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13</a:t>
            </a: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61DF1B91-8009-1A6B-2C5F-67D22528C432}"/>
              </a:ext>
            </a:extLst>
          </p:cNvPr>
          <p:cNvSpPr/>
          <p:nvPr/>
        </p:nvSpPr>
        <p:spPr>
          <a:xfrm>
            <a:off x="2451467" y="6252074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33" name="Freeform: Shape 232">
            <a:extLst>
              <a:ext uri="{FF2B5EF4-FFF2-40B4-BE49-F238E27FC236}">
                <a16:creationId xmlns:a16="http://schemas.microsoft.com/office/drawing/2014/main" id="{9A5BC1BA-614C-7D29-7115-4BCBC5EDCF04}"/>
              </a:ext>
            </a:extLst>
          </p:cNvPr>
          <p:cNvSpPr/>
          <p:nvPr/>
        </p:nvSpPr>
        <p:spPr>
          <a:xfrm>
            <a:off x="3171467" y="6252074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-7</a:t>
            </a: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62D57D41-E4B5-95D9-A95B-9D0F48E28B12}"/>
              </a:ext>
            </a:extLst>
          </p:cNvPr>
          <p:cNvSpPr/>
          <p:nvPr/>
        </p:nvSpPr>
        <p:spPr>
          <a:xfrm>
            <a:off x="3897625" y="6252074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7B89756A-DE90-2ED0-4E8A-A5DF051721E6}"/>
              </a:ext>
            </a:extLst>
          </p:cNvPr>
          <p:cNvSpPr/>
          <p:nvPr/>
        </p:nvSpPr>
        <p:spPr>
          <a:xfrm>
            <a:off x="4617625" y="6252074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-2</a:t>
            </a: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A776F52D-1A0C-41C4-81C8-707A552BA029}"/>
              </a:ext>
            </a:extLst>
          </p:cNvPr>
          <p:cNvSpPr/>
          <p:nvPr/>
        </p:nvSpPr>
        <p:spPr>
          <a:xfrm>
            <a:off x="5338759" y="6252074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535B55D2-D412-93D9-318A-1D7924F3796F}"/>
              </a:ext>
            </a:extLst>
          </p:cNvPr>
          <p:cNvSpPr/>
          <p:nvPr/>
        </p:nvSpPr>
        <p:spPr>
          <a:xfrm>
            <a:off x="6041941" y="6252074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94800DC8-861D-3BBF-08B8-18667A675F8D}"/>
              </a:ext>
            </a:extLst>
          </p:cNvPr>
          <p:cNvSpPr/>
          <p:nvPr/>
        </p:nvSpPr>
        <p:spPr>
          <a:xfrm>
            <a:off x="6770657" y="6252074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45" name="Freeform: Shape 244">
            <a:extLst>
              <a:ext uri="{FF2B5EF4-FFF2-40B4-BE49-F238E27FC236}">
                <a16:creationId xmlns:a16="http://schemas.microsoft.com/office/drawing/2014/main" id="{7A3D2B3E-57D9-009C-098B-DDD24A5C77F7}"/>
              </a:ext>
            </a:extLst>
          </p:cNvPr>
          <p:cNvSpPr/>
          <p:nvPr/>
        </p:nvSpPr>
        <p:spPr>
          <a:xfrm>
            <a:off x="7498355" y="6252074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247" name="Freeform: Shape 246">
            <a:extLst>
              <a:ext uri="{FF2B5EF4-FFF2-40B4-BE49-F238E27FC236}">
                <a16:creationId xmlns:a16="http://schemas.microsoft.com/office/drawing/2014/main" id="{CE5A3C65-3BB9-B17E-7784-DD271335C34F}"/>
              </a:ext>
            </a:extLst>
          </p:cNvPr>
          <p:cNvSpPr/>
          <p:nvPr/>
        </p:nvSpPr>
        <p:spPr>
          <a:xfrm>
            <a:off x="8217255" y="6250228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B111FEBD-0DB1-BF06-67BB-02BB5DD16FCC}"/>
              </a:ext>
            </a:extLst>
          </p:cNvPr>
          <p:cNvSpPr/>
          <p:nvPr/>
        </p:nvSpPr>
        <p:spPr>
          <a:xfrm>
            <a:off x="8937255" y="6250228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-3</a:t>
            </a: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2DC096C9-DEDA-30C5-A049-EAD7C17A7B91}"/>
              </a:ext>
            </a:extLst>
          </p:cNvPr>
          <p:cNvSpPr/>
          <p:nvPr/>
        </p:nvSpPr>
        <p:spPr>
          <a:xfrm>
            <a:off x="9310301" y="2863466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EA7C141A-0C97-B03D-EFC9-5E9568D7DE3B}"/>
              </a:ext>
            </a:extLst>
          </p:cNvPr>
          <p:cNvSpPr/>
          <p:nvPr/>
        </p:nvSpPr>
        <p:spPr>
          <a:xfrm>
            <a:off x="9320208" y="4316286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62680750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6EBD134-3F79-1516-8ADC-EC7CFD733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C9C67F1-96D0-4A04-4EEE-8E32B52255E8}"/>
              </a:ext>
            </a:extLst>
          </p:cNvPr>
          <p:cNvSpPr/>
          <p:nvPr/>
        </p:nvSpPr>
        <p:spPr>
          <a:xfrm>
            <a:off x="561438" y="470208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42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966B394-BBBF-A4DB-DFA8-E3DBE1D5B135}"/>
              </a:ext>
            </a:extLst>
          </p:cNvPr>
          <p:cNvSpPr/>
          <p:nvPr/>
        </p:nvSpPr>
        <p:spPr>
          <a:xfrm>
            <a:off x="1297813" y="470208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27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D489921-A9FD-22C2-8221-CA00C88D9236}"/>
              </a:ext>
            </a:extLst>
          </p:cNvPr>
          <p:cNvSpPr/>
          <p:nvPr/>
        </p:nvSpPr>
        <p:spPr>
          <a:xfrm>
            <a:off x="2035217" y="463629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135D3D9-E748-E258-7AC0-42F4C7F755E7}"/>
              </a:ext>
            </a:extLst>
          </p:cNvPr>
          <p:cNvSpPr/>
          <p:nvPr/>
        </p:nvSpPr>
        <p:spPr>
          <a:xfrm>
            <a:off x="2765375" y="461784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-8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4759C15-29AC-D7A8-AFC2-9F683EDADB4D}"/>
              </a:ext>
            </a:extLst>
          </p:cNvPr>
          <p:cNvSpPr/>
          <p:nvPr/>
        </p:nvSpPr>
        <p:spPr>
          <a:xfrm>
            <a:off x="3493449" y="461784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7</a:t>
            </a:r>
            <a:r>
              <a:rPr lang="en-IN" dirty="0"/>
              <a:t>3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0C321B-24CD-9303-9F39-97CCC087056E}"/>
              </a:ext>
            </a:extLst>
          </p:cNvPr>
          <p:cNvSpPr/>
          <p:nvPr/>
        </p:nvSpPr>
        <p:spPr>
          <a:xfrm>
            <a:off x="4221186" y="470208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-56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64CEF1F-3789-0FFC-A135-D5EEF81380A0}"/>
              </a:ext>
            </a:extLst>
          </p:cNvPr>
          <p:cNvSpPr/>
          <p:nvPr/>
        </p:nvSpPr>
        <p:spPr>
          <a:xfrm>
            <a:off x="4958744" y="470208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1</a:t>
            </a:r>
            <a:r>
              <a:rPr lang="en-IN" dirty="0"/>
              <a:t>9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8AA804F-4DB7-9DA7-9937-D6E27A9381D1}"/>
              </a:ext>
            </a:extLst>
          </p:cNvPr>
          <p:cNvSpPr/>
          <p:nvPr/>
        </p:nvSpPr>
        <p:spPr>
          <a:xfrm>
            <a:off x="5704928" y="470208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34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F5DE89B-E5C7-71A5-174B-51977134E3FE}"/>
              </a:ext>
            </a:extLst>
          </p:cNvPr>
          <p:cNvSpPr/>
          <p:nvPr/>
        </p:nvSpPr>
        <p:spPr>
          <a:xfrm>
            <a:off x="6450754" y="470208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9</a:t>
            </a:r>
            <a:r>
              <a:rPr lang="en-IN" dirty="0"/>
              <a:t>1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AD82378-63C0-7E34-21F9-EBBD60CB7B17}"/>
              </a:ext>
            </a:extLst>
          </p:cNvPr>
          <p:cNvSpPr/>
          <p:nvPr/>
        </p:nvSpPr>
        <p:spPr>
          <a:xfrm>
            <a:off x="7188668" y="470208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12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95FA731-9A73-F00B-643D-DC1C1FC57B45}"/>
              </a:ext>
            </a:extLst>
          </p:cNvPr>
          <p:cNvSpPr/>
          <p:nvPr/>
        </p:nvSpPr>
        <p:spPr>
          <a:xfrm>
            <a:off x="420764" y="70926"/>
            <a:ext cx="700315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r>
              <a:rPr lang="en-IN" dirty="0"/>
              <a:t>42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92A056F0-ED75-20FD-B134-AD862E25C9E4}"/>
              </a:ext>
            </a:extLst>
          </p:cNvPr>
          <p:cNvSpPr/>
          <p:nvPr/>
        </p:nvSpPr>
        <p:spPr>
          <a:xfrm>
            <a:off x="2085816" y="64347"/>
            <a:ext cx="590062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0B4B37AD-380F-B244-9C96-7A0613E0636B}"/>
              </a:ext>
            </a:extLst>
          </p:cNvPr>
          <p:cNvSpPr/>
          <p:nvPr/>
        </p:nvSpPr>
        <p:spPr>
          <a:xfrm>
            <a:off x="2851400" y="62502"/>
            <a:ext cx="529018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-8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6542D8D9-6F8D-C2DB-EFCA-B6F92B2F4B7C}"/>
              </a:ext>
            </a:extLst>
          </p:cNvPr>
          <p:cNvSpPr/>
          <p:nvPr/>
        </p:nvSpPr>
        <p:spPr>
          <a:xfrm>
            <a:off x="3532151" y="62502"/>
            <a:ext cx="657153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r>
              <a:rPr lang="en-IN" dirty="0"/>
              <a:t>3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44CF8807-EB3E-ED08-F744-B461691F3D91}"/>
              </a:ext>
            </a:extLst>
          </p:cNvPr>
          <p:cNvSpPr/>
          <p:nvPr/>
        </p:nvSpPr>
        <p:spPr>
          <a:xfrm>
            <a:off x="5119102" y="70926"/>
            <a:ext cx="640091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IN" dirty="0"/>
              <a:t>9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88AF1F8C-4DA6-4D0D-E108-742BDF3C5C73}"/>
              </a:ext>
            </a:extLst>
          </p:cNvPr>
          <p:cNvSpPr/>
          <p:nvPr/>
        </p:nvSpPr>
        <p:spPr>
          <a:xfrm>
            <a:off x="5759194" y="70926"/>
            <a:ext cx="747262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r>
              <a:rPr lang="en-IN" dirty="0"/>
              <a:t>34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3A436670-C829-1CAC-EAF9-A028CCCC806A}"/>
              </a:ext>
            </a:extLst>
          </p:cNvPr>
          <p:cNvSpPr/>
          <p:nvPr/>
        </p:nvSpPr>
        <p:spPr>
          <a:xfrm>
            <a:off x="6525787" y="70926"/>
            <a:ext cx="592657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  <a:r>
              <a:rPr lang="en-IN" dirty="0"/>
              <a:t>1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3AF98A9D-64D2-1047-6CF4-E72117BB208D}"/>
              </a:ext>
            </a:extLst>
          </p:cNvPr>
          <p:cNvSpPr/>
          <p:nvPr/>
        </p:nvSpPr>
        <p:spPr>
          <a:xfrm>
            <a:off x="1296985" y="70926"/>
            <a:ext cx="720827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-27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E579AD89-66A4-7E40-4902-90418522FA2D}"/>
              </a:ext>
            </a:extLst>
          </p:cNvPr>
          <p:cNvSpPr/>
          <p:nvPr/>
        </p:nvSpPr>
        <p:spPr>
          <a:xfrm>
            <a:off x="4260225" y="70926"/>
            <a:ext cx="720000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-56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A60D348A-285A-6E22-8476-852195EFD6BF}"/>
              </a:ext>
            </a:extLst>
          </p:cNvPr>
          <p:cNvSpPr/>
          <p:nvPr/>
        </p:nvSpPr>
        <p:spPr>
          <a:xfrm>
            <a:off x="7170754" y="70926"/>
            <a:ext cx="737914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-12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F6908582-0EC8-4851-DA54-073708F727C1}"/>
              </a:ext>
            </a:extLst>
          </p:cNvPr>
          <p:cNvCxnSpPr/>
          <p:nvPr/>
        </p:nvCxnSpPr>
        <p:spPr>
          <a:xfrm>
            <a:off x="843471" y="898367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02F53C7-7FB3-BE83-8CB8-AAD7B077AB9C}"/>
              </a:ext>
            </a:extLst>
          </p:cNvPr>
          <p:cNvCxnSpPr/>
          <p:nvPr/>
        </p:nvCxnSpPr>
        <p:spPr>
          <a:xfrm flipH="1">
            <a:off x="1283575" y="898367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88515BF6-DB4D-ED2C-DF5F-60C29FD8BE90}"/>
              </a:ext>
            </a:extLst>
          </p:cNvPr>
          <p:cNvSpPr/>
          <p:nvPr/>
        </p:nvSpPr>
        <p:spPr>
          <a:xfrm>
            <a:off x="977694" y="954356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-</a:t>
            </a:r>
            <a:r>
              <a:rPr lang="en-IN" dirty="0">
                <a:solidFill>
                  <a:schemeClr val="bg1"/>
                </a:solidFill>
              </a:rPr>
              <a:t>69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EAB2A51-D23E-346C-77E7-1C763868A914}"/>
              </a:ext>
            </a:extLst>
          </p:cNvPr>
          <p:cNvCxnSpPr/>
          <p:nvPr/>
        </p:nvCxnSpPr>
        <p:spPr>
          <a:xfrm>
            <a:off x="3790117" y="884276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05020A6-2A51-5416-90F1-924DCA9528AE}"/>
              </a:ext>
            </a:extLst>
          </p:cNvPr>
          <p:cNvCxnSpPr/>
          <p:nvPr/>
        </p:nvCxnSpPr>
        <p:spPr>
          <a:xfrm flipH="1">
            <a:off x="4230221" y="884276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AF549794-D569-BE13-0D83-1B1E47B777B3}"/>
              </a:ext>
            </a:extLst>
          </p:cNvPr>
          <p:cNvCxnSpPr/>
          <p:nvPr/>
        </p:nvCxnSpPr>
        <p:spPr>
          <a:xfrm>
            <a:off x="5237891" y="905939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D524DEF5-D064-8E9C-348A-65C3EC2E28D9}"/>
              </a:ext>
            </a:extLst>
          </p:cNvPr>
          <p:cNvCxnSpPr/>
          <p:nvPr/>
        </p:nvCxnSpPr>
        <p:spPr>
          <a:xfrm flipH="1">
            <a:off x="5677995" y="905939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5D3CE052-A083-C44B-DC1A-0F9A4D46B33A}"/>
              </a:ext>
            </a:extLst>
          </p:cNvPr>
          <p:cNvCxnSpPr/>
          <p:nvPr/>
        </p:nvCxnSpPr>
        <p:spPr>
          <a:xfrm>
            <a:off x="6716412" y="891167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0EACA8FF-DB55-7084-2C02-CCDA42A27097}"/>
              </a:ext>
            </a:extLst>
          </p:cNvPr>
          <p:cNvCxnSpPr/>
          <p:nvPr/>
        </p:nvCxnSpPr>
        <p:spPr>
          <a:xfrm flipH="1">
            <a:off x="7156516" y="891167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2B1CAEA5-1E28-20C2-C2AD-7A87B086A0D9}"/>
              </a:ext>
            </a:extLst>
          </p:cNvPr>
          <p:cNvCxnSpPr/>
          <p:nvPr/>
        </p:nvCxnSpPr>
        <p:spPr>
          <a:xfrm>
            <a:off x="8131768" y="905939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E5B4CE8-FA16-CC23-A87A-712E1625B5FB}"/>
              </a:ext>
            </a:extLst>
          </p:cNvPr>
          <p:cNvCxnSpPr/>
          <p:nvPr/>
        </p:nvCxnSpPr>
        <p:spPr>
          <a:xfrm flipH="1">
            <a:off x="8571872" y="905939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B8F4C5F-E3C6-A01C-50EC-07AE30790F03}"/>
              </a:ext>
            </a:extLst>
          </p:cNvPr>
          <p:cNvSpPr/>
          <p:nvPr/>
        </p:nvSpPr>
        <p:spPr>
          <a:xfrm>
            <a:off x="7932566" y="466655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67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AB0FEDD-523E-5B3B-77D2-A95E8889C329}"/>
              </a:ext>
            </a:extLst>
          </p:cNvPr>
          <p:cNvSpPr/>
          <p:nvPr/>
        </p:nvSpPr>
        <p:spPr>
          <a:xfrm>
            <a:off x="8670124" y="466655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3</a:t>
            </a:r>
            <a:r>
              <a:rPr lang="en-IN" dirty="0"/>
              <a:t>8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2C52389-DEDD-B2A3-FD8A-E1A55F6FAA75}"/>
              </a:ext>
            </a:extLst>
          </p:cNvPr>
          <p:cNvSpPr/>
          <p:nvPr/>
        </p:nvSpPr>
        <p:spPr>
          <a:xfrm>
            <a:off x="9416308" y="466655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3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4CFD813-1911-62A1-7B16-951400FCF4C4}"/>
              </a:ext>
            </a:extLst>
          </p:cNvPr>
          <p:cNvSpPr/>
          <p:nvPr/>
        </p:nvSpPr>
        <p:spPr>
          <a:xfrm>
            <a:off x="10162134" y="466655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8</a:t>
            </a:r>
            <a:r>
              <a:rPr lang="en-IN" dirty="0"/>
              <a:t>2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46773DA-91B1-406E-DBDD-536E68D0B623}"/>
              </a:ext>
            </a:extLst>
          </p:cNvPr>
          <p:cNvSpPr/>
          <p:nvPr/>
        </p:nvSpPr>
        <p:spPr>
          <a:xfrm>
            <a:off x="10900048" y="466655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2</a:t>
            </a:r>
            <a:r>
              <a:rPr lang="en-IN" dirty="0"/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58A547-E4AF-9A88-0A4D-BEA76E297C60}"/>
              </a:ext>
            </a:extLst>
          </p:cNvPr>
          <p:cNvSpPr/>
          <p:nvPr/>
        </p:nvSpPr>
        <p:spPr>
          <a:xfrm>
            <a:off x="8652566" y="67373"/>
            <a:ext cx="667642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IN" dirty="0"/>
              <a:t>8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E66145-415C-CD3B-862C-347057459511}"/>
              </a:ext>
            </a:extLst>
          </p:cNvPr>
          <p:cNvSpPr/>
          <p:nvPr/>
        </p:nvSpPr>
        <p:spPr>
          <a:xfrm>
            <a:off x="9390126" y="67373"/>
            <a:ext cx="577197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r>
              <a:rPr lang="en-IN" dirty="0"/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6E9DFA-C6C8-54CD-C26F-1AD77CD8F891}"/>
              </a:ext>
            </a:extLst>
          </p:cNvPr>
          <p:cNvSpPr/>
          <p:nvPr/>
        </p:nvSpPr>
        <p:spPr>
          <a:xfrm>
            <a:off x="10162134" y="67373"/>
            <a:ext cx="685604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  <a:r>
              <a:rPr lang="en-IN" dirty="0"/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2B8D342-3F80-8CF8-2C99-518F14B68FDC}"/>
              </a:ext>
            </a:extLst>
          </p:cNvPr>
          <p:cNvSpPr/>
          <p:nvPr/>
        </p:nvSpPr>
        <p:spPr>
          <a:xfrm>
            <a:off x="7926582" y="67373"/>
            <a:ext cx="719999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-67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0D50B45-F4F3-3AEF-BBE7-93CB9C2895E6}"/>
              </a:ext>
            </a:extLst>
          </p:cNvPr>
          <p:cNvSpPr/>
          <p:nvPr/>
        </p:nvSpPr>
        <p:spPr>
          <a:xfrm>
            <a:off x="10997514" y="67373"/>
            <a:ext cx="640091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IN" dirty="0"/>
              <a:t>4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569812C-E514-ED4F-052F-701CEDC56891}"/>
              </a:ext>
            </a:extLst>
          </p:cNvPr>
          <p:cNvCxnSpPr/>
          <p:nvPr/>
        </p:nvCxnSpPr>
        <p:spPr>
          <a:xfrm>
            <a:off x="2300875" y="898367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5487752-B1E4-912B-88CC-B5D3176B61EB}"/>
              </a:ext>
            </a:extLst>
          </p:cNvPr>
          <p:cNvCxnSpPr/>
          <p:nvPr/>
        </p:nvCxnSpPr>
        <p:spPr>
          <a:xfrm flipH="1">
            <a:off x="2740979" y="898367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00D37CA-2F53-0633-5CF7-0BE9AF4BFE49}"/>
              </a:ext>
            </a:extLst>
          </p:cNvPr>
          <p:cNvCxnSpPr/>
          <p:nvPr/>
        </p:nvCxnSpPr>
        <p:spPr>
          <a:xfrm>
            <a:off x="9719490" y="905273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E6684A5-B6B5-49F9-6C90-0A762F400927}"/>
              </a:ext>
            </a:extLst>
          </p:cNvPr>
          <p:cNvCxnSpPr/>
          <p:nvPr/>
        </p:nvCxnSpPr>
        <p:spPr>
          <a:xfrm flipH="1">
            <a:off x="10159594" y="905273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E4285F1-9F8C-9789-B986-6924C83F3FD4}"/>
              </a:ext>
            </a:extLst>
          </p:cNvPr>
          <p:cNvCxnSpPr/>
          <p:nvPr/>
        </p:nvCxnSpPr>
        <p:spPr>
          <a:xfrm>
            <a:off x="11266098" y="891167"/>
            <a:ext cx="0" cy="519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FF13B85A-1497-6B21-A750-1CBC5501FC83}"/>
              </a:ext>
            </a:extLst>
          </p:cNvPr>
          <p:cNvSpPr/>
          <p:nvPr/>
        </p:nvSpPr>
        <p:spPr>
          <a:xfrm>
            <a:off x="529485" y="2034763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42</a:t>
            </a:r>
          </a:p>
        </p:txBody>
      </p:sp>
      <p:sp>
        <p:nvSpPr>
          <p:cNvPr id="302" name="Freeform: Shape 301">
            <a:extLst>
              <a:ext uri="{FF2B5EF4-FFF2-40B4-BE49-F238E27FC236}">
                <a16:creationId xmlns:a16="http://schemas.microsoft.com/office/drawing/2014/main" id="{44FD0BBA-3CD4-F236-F508-4247A0508D4F}"/>
              </a:ext>
            </a:extLst>
          </p:cNvPr>
          <p:cNvSpPr/>
          <p:nvPr/>
        </p:nvSpPr>
        <p:spPr>
          <a:xfrm>
            <a:off x="1239982" y="2034763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27</a:t>
            </a:r>
          </a:p>
        </p:txBody>
      </p:sp>
      <p:sp>
        <p:nvSpPr>
          <p:cNvPr id="303" name="Freeform: Shape 302">
            <a:extLst>
              <a:ext uri="{FF2B5EF4-FFF2-40B4-BE49-F238E27FC236}">
                <a16:creationId xmlns:a16="http://schemas.microsoft.com/office/drawing/2014/main" id="{C8692CD5-EF46-E93B-C11F-931396ED11D8}"/>
              </a:ext>
            </a:extLst>
          </p:cNvPr>
          <p:cNvSpPr/>
          <p:nvPr/>
        </p:nvSpPr>
        <p:spPr>
          <a:xfrm>
            <a:off x="2020516" y="2028184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304" name="Freeform: Shape 303">
            <a:extLst>
              <a:ext uri="{FF2B5EF4-FFF2-40B4-BE49-F238E27FC236}">
                <a16:creationId xmlns:a16="http://schemas.microsoft.com/office/drawing/2014/main" id="{2C44DEA6-0BB2-BC92-F19E-828ABC8864B3}"/>
              </a:ext>
            </a:extLst>
          </p:cNvPr>
          <p:cNvSpPr/>
          <p:nvPr/>
        </p:nvSpPr>
        <p:spPr>
          <a:xfrm>
            <a:off x="2733422" y="2026339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-8</a:t>
            </a:r>
          </a:p>
        </p:txBody>
      </p:sp>
      <p:sp>
        <p:nvSpPr>
          <p:cNvPr id="305" name="Freeform: Shape 304">
            <a:extLst>
              <a:ext uri="{FF2B5EF4-FFF2-40B4-BE49-F238E27FC236}">
                <a16:creationId xmlns:a16="http://schemas.microsoft.com/office/drawing/2014/main" id="{F051DA0D-41A4-FC3A-AA39-8687BEFECF14}"/>
              </a:ext>
            </a:extLst>
          </p:cNvPr>
          <p:cNvSpPr/>
          <p:nvPr/>
        </p:nvSpPr>
        <p:spPr>
          <a:xfrm>
            <a:off x="3496000" y="2034965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7</a:t>
            </a:r>
            <a:r>
              <a:rPr lang="en-IN" dirty="0"/>
              <a:t>3</a:t>
            </a:r>
          </a:p>
        </p:txBody>
      </p:sp>
      <p:sp>
        <p:nvSpPr>
          <p:cNvPr id="306" name="Freeform: Shape 305">
            <a:extLst>
              <a:ext uri="{FF2B5EF4-FFF2-40B4-BE49-F238E27FC236}">
                <a16:creationId xmlns:a16="http://schemas.microsoft.com/office/drawing/2014/main" id="{8D66D99A-2458-0C21-4AC1-BC028819EE20}"/>
              </a:ext>
            </a:extLst>
          </p:cNvPr>
          <p:cNvSpPr/>
          <p:nvPr/>
        </p:nvSpPr>
        <p:spPr>
          <a:xfrm>
            <a:off x="4189233" y="2034763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-56</a:t>
            </a:r>
          </a:p>
        </p:txBody>
      </p:sp>
      <p:sp>
        <p:nvSpPr>
          <p:cNvPr id="307" name="Freeform: Shape 306">
            <a:extLst>
              <a:ext uri="{FF2B5EF4-FFF2-40B4-BE49-F238E27FC236}">
                <a16:creationId xmlns:a16="http://schemas.microsoft.com/office/drawing/2014/main" id="{C05294D3-7707-B321-5F16-D30D0CD4B766}"/>
              </a:ext>
            </a:extLst>
          </p:cNvPr>
          <p:cNvSpPr/>
          <p:nvPr/>
        </p:nvSpPr>
        <p:spPr>
          <a:xfrm>
            <a:off x="4961295" y="2034763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1</a:t>
            </a:r>
            <a:r>
              <a:rPr lang="en-IN" dirty="0"/>
              <a:t>9</a:t>
            </a:r>
          </a:p>
        </p:txBody>
      </p:sp>
      <p:sp>
        <p:nvSpPr>
          <p:cNvPr id="308" name="Freeform: Shape 307">
            <a:extLst>
              <a:ext uri="{FF2B5EF4-FFF2-40B4-BE49-F238E27FC236}">
                <a16:creationId xmlns:a16="http://schemas.microsoft.com/office/drawing/2014/main" id="{9DA3D127-6DD5-D879-9A58-48BD6F242A85}"/>
              </a:ext>
            </a:extLst>
          </p:cNvPr>
          <p:cNvSpPr/>
          <p:nvPr/>
        </p:nvSpPr>
        <p:spPr>
          <a:xfrm>
            <a:off x="5672975" y="2034763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34</a:t>
            </a:r>
          </a:p>
        </p:txBody>
      </p:sp>
      <p:sp>
        <p:nvSpPr>
          <p:cNvPr id="309" name="Freeform: Shape 308">
            <a:extLst>
              <a:ext uri="{FF2B5EF4-FFF2-40B4-BE49-F238E27FC236}">
                <a16:creationId xmlns:a16="http://schemas.microsoft.com/office/drawing/2014/main" id="{3A85FE6E-DB4F-459F-590A-5DDBBF2B3253}"/>
              </a:ext>
            </a:extLst>
          </p:cNvPr>
          <p:cNvSpPr/>
          <p:nvPr/>
        </p:nvSpPr>
        <p:spPr>
          <a:xfrm>
            <a:off x="6444679" y="2034763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9</a:t>
            </a:r>
            <a:r>
              <a:rPr lang="en-IN" dirty="0"/>
              <a:t>1</a:t>
            </a:r>
          </a:p>
        </p:txBody>
      </p:sp>
      <p:sp>
        <p:nvSpPr>
          <p:cNvPr id="310" name="Freeform: Shape 309">
            <a:extLst>
              <a:ext uri="{FF2B5EF4-FFF2-40B4-BE49-F238E27FC236}">
                <a16:creationId xmlns:a16="http://schemas.microsoft.com/office/drawing/2014/main" id="{41883919-87AD-FB27-4572-27AD1204D578}"/>
              </a:ext>
            </a:extLst>
          </p:cNvPr>
          <p:cNvSpPr/>
          <p:nvPr/>
        </p:nvSpPr>
        <p:spPr>
          <a:xfrm>
            <a:off x="7156715" y="2034763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12</a:t>
            </a:r>
          </a:p>
        </p:txBody>
      </p: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57FDBA2A-C8C2-CBC0-79B1-93620EAC7343}"/>
              </a:ext>
            </a:extLst>
          </p:cNvPr>
          <p:cNvCxnSpPr/>
          <p:nvPr/>
        </p:nvCxnSpPr>
        <p:spPr>
          <a:xfrm>
            <a:off x="1544360" y="2437036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311">
            <a:extLst>
              <a:ext uri="{FF2B5EF4-FFF2-40B4-BE49-F238E27FC236}">
                <a16:creationId xmlns:a16="http://schemas.microsoft.com/office/drawing/2014/main" id="{28C34861-FD63-ED0D-C13D-340AFFDC89FC}"/>
              </a:ext>
            </a:extLst>
          </p:cNvPr>
          <p:cNvCxnSpPr/>
          <p:nvPr/>
        </p:nvCxnSpPr>
        <p:spPr>
          <a:xfrm flipH="1">
            <a:off x="1984464" y="2437036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5B4E3D93-A206-1F3D-D70A-77FA2A15F263}"/>
              </a:ext>
            </a:extLst>
          </p:cNvPr>
          <p:cNvCxnSpPr/>
          <p:nvPr/>
        </p:nvCxnSpPr>
        <p:spPr>
          <a:xfrm>
            <a:off x="4493792" y="2462922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3867950F-F387-0671-AED6-4A33181CD66D}"/>
              </a:ext>
            </a:extLst>
          </p:cNvPr>
          <p:cNvCxnSpPr/>
          <p:nvPr/>
        </p:nvCxnSpPr>
        <p:spPr>
          <a:xfrm flipH="1">
            <a:off x="4933896" y="2462922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260C03D7-438B-43B5-7F9E-7AA8B712BFB7}"/>
              </a:ext>
            </a:extLst>
          </p:cNvPr>
          <p:cNvCxnSpPr/>
          <p:nvPr/>
        </p:nvCxnSpPr>
        <p:spPr>
          <a:xfrm>
            <a:off x="7422716" y="2455722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6188D377-213F-052A-D8B9-91BD058FE92F}"/>
              </a:ext>
            </a:extLst>
          </p:cNvPr>
          <p:cNvCxnSpPr/>
          <p:nvPr/>
        </p:nvCxnSpPr>
        <p:spPr>
          <a:xfrm flipH="1">
            <a:off x="7862820" y="2455722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Freeform: Shape 325">
            <a:extLst>
              <a:ext uri="{FF2B5EF4-FFF2-40B4-BE49-F238E27FC236}">
                <a16:creationId xmlns:a16="http://schemas.microsoft.com/office/drawing/2014/main" id="{3D312E3B-889E-A019-49B4-A892D23987A6}"/>
              </a:ext>
            </a:extLst>
          </p:cNvPr>
          <p:cNvSpPr/>
          <p:nvPr/>
        </p:nvSpPr>
        <p:spPr>
          <a:xfrm>
            <a:off x="7926491" y="2031210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67</a:t>
            </a:r>
          </a:p>
        </p:txBody>
      </p:sp>
      <p:sp>
        <p:nvSpPr>
          <p:cNvPr id="327" name="Freeform: Shape 326">
            <a:extLst>
              <a:ext uri="{FF2B5EF4-FFF2-40B4-BE49-F238E27FC236}">
                <a16:creationId xmlns:a16="http://schemas.microsoft.com/office/drawing/2014/main" id="{8F283635-58B1-1324-576F-D57F8FBFDA88}"/>
              </a:ext>
            </a:extLst>
          </p:cNvPr>
          <p:cNvSpPr/>
          <p:nvPr/>
        </p:nvSpPr>
        <p:spPr>
          <a:xfrm>
            <a:off x="8638171" y="2031210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3</a:t>
            </a:r>
            <a:r>
              <a:rPr lang="en-IN" dirty="0"/>
              <a:t>8</a:t>
            </a:r>
          </a:p>
        </p:txBody>
      </p:sp>
      <p:sp>
        <p:nvSpPr>
          <p:cNvPr id="328" name="Freeform: Shape 327">
            <a:extLst>
              <a:ext uri="{FF2B5EF4-FFF2-40B4-BE49-F238E27FC236}">
                <a16:creationId xmlns:a16="http://schemas.microsoft.com/office/drawing/2014/main" id="{E0725557-960A-E6AC-34E7-BDA22AC5C334}"/>
              </a:ext>
            </a:extLst>
          </p:cNvPr>
          <p:cNvSpPr/>
          <p:nvPr/>
        </p:nvSpPr>
        <p:spPr>
          <a:xfrm>
            <a:off x="9410233" y="2031210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3</a:t>
            </a:r>
          </a:p>
        </p:txBody>
      </p:sp>
      <p:sp>
        <p:nvSpPr>
          <p:cNvPr id="329" name="Freeform: Shape 328">
            <a:extLst>
              <a:ext uri="{FF2B5EF4-FFF2-40B4-BE49-F238E27FC236}">
                <a16:creationId xmlns:a16="http://schemas.microsoft.com/office/drawing/2014/main" id="{E1E2F797-51EF-CED9-93C7-CFE23D3347A4}"/>
              </a:ext>
            </a:extLst>
          </p:cNvPr>
          <p:cNvSpPr/>
          <p:nvPr/>
        </p:nvSpPr>
        <p:spPr>
          <a:xfrm>
            <a:off x="10130181" y="2031210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8</a:t>
            </a:r>
            <a:r>
              <a:rPr lang="en-IN" dirty="0"/>
              <a:t>2</a:t>
            </a:r>
          </a:p>
        </p:txBody>
      </p:sp>
      <p:sp>
        <p:nvSpPr>
          <p:cNvPr id="330" name="Freeform: Shape 329">
            <a:extLst>
              <a:ext uri="{FF2B5EF4-FFF2-40B4-BE49-F238E27FC236}">
                <a16:creationId xmlns:a16="http://schemas.microsoft.com/office/drawing/2014/main" id="{EF4AE075-E56F-491D-122C-12898AFA592E}"/>
              </a:ext>
            </a:extLst>
          </p:cNvPr>
          <p:cNvSpPr/>
          <p:nvPr/>
        </p:nvSpPr>
        <p:spPr>
          <a:xfrm>
            <a:off x="10893973" y="2031210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2</a:t>
            </a:r>
            <a:r>
              <a:rPr lang="en-IN" dirty="0"/>
              <a:t>4</a:t>
            </a:r>
          </a:p>
        </p:txBody>
      </p: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57AA250B-7DF1-4461-19D9-3DD359691E9F}"/>
              </a:ext>
            </a:extLst>
          </p:cNvPr>
          <p:cNvCxnSpPr/>
          <p:nvPr/>
        </p:nvCxnSpPr>
        <p:spPr>
          <a:xfrm>
            <a:off x="10423165" y="2426401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E65DF598-2FDF-28A8-3642-ACB219DAF250}"/>
              </a:ext>
            </a:extLst>
          </p:cNvPr>
          <p:cNvCxnSpPr/>
          <p:nvPr/>
        </p:nvCxnSpPr>
        <p:spPr>
          <a:xfrm flipH="1">
            <a:off x="10863269" y="2426401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Oval 339">
            <a:extLst>
              <a:ext uri="{FF2B5EF4-FFF2-40B4-BE49-F238E27FC236}">
                <a16:creationId xmlns:a16="http://schemas.microsoft.com/office/drawing/2014/main" id="{A3D8B1D7-D080-5C72-4F52-5C56E943A85C}"/>
              </a:ext>
            </a:extLst>
          </p:cNvPr>
          <p:cNvSpPr/>
          <p:nvPr/>
        </p:nvSpPr>
        <p:spPr>
          <a:xfrm>
            <a:off x="933417" y="1436558"/>
            <a:ext cx="700315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r>
              <a:rPr lang="en-IN" dirty="0"/>
              <a:t>27</a:t>
            </a:r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CBE06C91-204E-916A-F1B9-0ADA19E8129B}"/>
              </a:ext>
            </a:extLst>
          </p:cNvPr>
          <p:cNvSpPr/>
          <p:nvPr/>
        </p:nvSpPr>
        <p:spPr>
          <a:xfrm>
            <a:off x="2418908" y="1456278"/>
            <a:ext cx="700315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45</a:t>
            </a:r>
            <a:endParaRPr lang="en-IN" dirty="0"/>
          </a:p>
        </p:txBody>
      </p:sp>
      <p:sp>
        <p:nvSpPr>
          <p:cNvPr id="344" name="Rectangle: Rounded Corners 343">
            <a:extLst>
              <a:ext uri="{FF2B5EF4-FFF2-40B4-BE49-F238E27FC236}">
                <a16:creationId xmlns:a16="http://schemas.microsoft.com/office/drawing/2014/main" id="{B69D680E-9F3E-4D22-70ED-0E71F69A537E}"/>
              </a:ext>
            </a:extLst>
          </p:cNvPr>
          <p:cNvSpPr/>
          <p:nvPr/>
        </p:nvSpPr>
        <p:spPr>
          <a:xfrm>
            <a:off x="2405516" y="971650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37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46" name="Rectangle: Rounded Corners 345">
            <a:extLst>
              <a:ext uri="{FF2B5EF4-FFF2-40B4-BE49-F238E27FC236}">
                <a16:creationId xmlns:a16="http://schemas.microsoft.com/office/drawing/2014/main" id="{81ABE138-D0AD-8BB1-3FBA-C95A7F6CD8EF}"/>
              </a:ext>
            </a:extLst>
          </p:cNvPr>
          <p:cNvSpPr/>
          <p:nvPr/>
        </p:nvSpPr>
        <p:spPr>
          <a:xfrm>
            <a:off x="3872693" y="969765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17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48" name="Rectangle: Rounded Corners 347">
            <a:extLst>
              <a:ext uri="{FF2B5EF4-FFF2-40B4-BE49-F238E27FC236}">
                <a16:creationId xmlns:a16="http://schemas.microsoft.com/office/drawing/2014/main" id="{0183BB90-7FA4-8187-4A45-631519F9E69E}"/>
              </a:ext>
            </a:extLst>
          </p:cNvPr>
          <p:cNvSpPr/>
          <p:nvPr/>
        </p:nvSpPr>
        <p:spPr>
          <a:xfrm>
            <a:off x="5346159" y="959402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-15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50" name="Rectangle: Rounded Corners 349">
            <a:extLst>
              <a:ext uri="{FF2B5EF4-FFF2-40B4-BE49-F238E27FC236}">
                <a16:creationId xmlns:a16="http://schemas.microsoft.com/office/drawing/2014/main" id="{565A022B-829B-6D48-7848-A205F6811210}"/>
              </a:ext>
            </a:extLst>
          </p:cNvPr>
          <p:cNvSpPr/>
          <p:nvPr/>
        </p:nvSpPr>
        <p:spPr>
          <a:xfrm>
            <a:off x="6833185" y="949842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79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52" name="Rectangle: Rounded Corners 351">
            <a:extLst>
              <a:ext uri="{FF2B5EF4-FFF2-40B4-BE49-F238E27FC236}">
                <a16:creationId xmlns:a16="http://schemas.microsoft.com/office/drawing/2014/main" id="{0D2CA872-4C00-1D03-0775-E2EB58DDCC66}"/>
              </a:ext>
            </a:extLst>
          </p:cNvPr>
          <p:cNvSpPr/>
          <p:nvPr/>
        </p:nvSpPr>
        <p:spPr>
          <a:xfrm>
            <a:off x="8218355" y="977806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-29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54" name="Rectangle: Rounded Corners 353">
            <a:extLst>
              <a:ext uri="{FF2B5EF4-FFF2-40B4-BE49-F238E27FC236}">
                <a16:creationId xmlns:a16="http://schemas.microsoft.com/office/drawing/2014/main" id="{1735B500-5146-998D-ED8F-2EC0EFB014F4}"/>
              </a:ext>
            </a:extLst>
          </p:cNvPr>
          <p:cNvSpPr/>
          <p:nvPr/>
        </p:nvSpPr>
        <p:spPr>
          <a:xfrm>
            <a:off x="9827009" y="949842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79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B37FB3E2-B752-DB41-5E47-E9AC72F3F0F5}"/>
              </a:ext>
            </a:extLst>
          </p:cNvPr>
          <p:cNvSpPr/>
          <p:nvPr/>
        </p:nvSpPr>
        <p:spPr>
          <a:xfrm>
            <a:off x="3856752" y="1466856"/>
            <a:ext cx="700315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73</a:t>
            </a:r>
            <a:endParaRPr lang="en-IN" dirty="0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6B50303D-6B1C-3A75-D12F-584C9C767668}"/>
              </a:ext>
            </a:extLst>
          </p:cNvPr>
          <p:cNvSpPr/>
          <p:nvPr/>
        </p:nvSpPr>
        <p:spPr>
          <a:xfrm>
            <a:off x="5341569" y="1447034"/>
            <a:ext cx="700315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</a:t>
            </a:r>
            <a:endParaRPr lang="en-IN" dirty="0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A0190093-3C12-26FF-84CD-7109DC03E66E}"/>
              </a:ext>
            </a:extLst>
          </p:cNvPr>
          <p:cNvSpPr/>
          <p:nvPr/>
        </p:nvSpPr>
        <p:spPr>
          <a:xfrm>
            <a:off x="6798040" y="1462394"/>
            <a:ext cx="700315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  <a:endParaRPr lang="en-IN" dirty="0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C7D37161-79C1-5EF6-AD43-1E679B2D2546}"/>
              </a:ext>
            </a:extLst>
          </p:cNvPr>
          <p:cNvSpPr/>
          <p:nvPr/>
        </p:nvSpPr>
        <p:spPr>
          <a:xfrm>
            <a:off x="8232593" y="1462394"/>
            <a:ext cx="700315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38</a:t>
            </a:r>
            <a:endParaRPr lang="en-IN" dirty="0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B12F0971-03DF-A47A-FB4C-99F600E82A70}"/>
              </a:ext>
            </a:extLst>
          </p:cNvPr>
          <p:cNvSpPr/>
          <p:nvPr/>
        </p:nvSpPr>
        <p:spPr>
          <a:xfrm>
            <a:off x="9809436" y="1466856"/>
            <a:ext cx="700315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82</a:t>
            </a:r>
            <a:endParaRPr lang="en-IN" dirty="0"/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E968EF10-823A-E682-9449-449933F0C8C9}"/>
              </a:ext>
            </a:extLst>
          </p:cNvPr>
          <p:cNvSpPr/>
          <p:nvPr/>
        </p:nvSpPr>
        <p:spPr>
          <a:xfrm>
            <a:off x="10852132" y="1479647"/>
            <a:ext cx="700315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24</a:t>
            </a:r>
            <a:endParaRPr lang="en-IN" dirty="0"/>
          </a:p>
        </p:txBody>
      </p:sp>
      <p:sp>
        <p:nvSpPr>
          <p:cNvPr id="368" name="Rectangle: Rounded Corners 367">
            <a:extLst>
              <a:ext uri="{FF2B5EF4-FFF2-40B4-BE49-F238E27FC236}">
                <a16:creationId xmlns:a16="http://schemas.microsoft.com/office/drawing/2014/main" id="{D2841BE3-3667-2EF9-A8E2-D5BE32C1C414}"/>
              </a:ext>
            </a:extLst>
          </p:cNvPr>
          <p:cNvSpPr/>
          <p:nvPr/>
        </p:nvSpPr>
        <p:spPr>
          <a:xfrm>
            <a:off x="1693352" y="2510805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18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70" name="Rectangle: Rounded Corners 369">
            <a:extLst>
              <a:ext uri="{FF2B5EF4-FFF2-40B4-BE49-F238E27FC236}">
                <a16:creationId xmlns:a16="http://schemas.microsoft.com/office/drawing/2014/main" id="{0030BE87-BA12-D300-FCD1-62D87680210E}"/>
              </a:ext>
            </a:extLst>
          </p:cNvPr>
          <p:cNvSpPr/>
          <p:nvPr/>
        </p:nvSpPr>
        <p:spPr>
          <a:xfrm>
            <a:off x="4608601" y="2499684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36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72" name="Rectangle: Rounded Corners 371">
            <a:extLst>
              <a:ext uri="{FF2B5EF4-FFF2-40B4-BE49-F238E27FC236}">
                <a16:creationId xmlns:a16="http://schemas.microsoft.com/office/drawing/2014/main" id="{E78FD68C-1A8C-710D-B7CF-3333F0951CA9}"/>
              </a:ext>
            </a:extLst>
          </p:cNvPr>
          <p:cNvSpPr/>
          <p:nvPr/>
        </p:nvSpPr>
        <p:spPr>
          <a:xfrm>
            <a:off x="7544130" y="2536205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50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74" name="Rectangle: Rounded Corners 373">
            <a:extLst>
              <a:ext uri="{FF2B5EF4-FFF2-40B4-BE49-F238E27FC236}">
                <a16:creationId xmlns:a16="http://schemas.microsoft.com/office/drawing/2014/main" id="{2FEA8FEE-DF34-CAAD-D5B1-59C0B77BBA84}"/>
              </a:ext>
            </a:extLst>
          </p:cNvPr>
          <p:cNvSpPr/>
          <p:nvPr/>
        </p:nvSpPr>
        <p:spPr>
          <a:xfrm>
            <a:off x="10522134" y="2493632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106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75" name="Freeform: Shape 374">
            <a:extLst>
              <a:ext uri="{FF2B5EF4-FFF2-40B4-BE49-F238E27FC236}">
                <a16:creationId xmlns:a16="http://schemas.microsoft.com/office/drawing/2014/main" id="{25D9F55E-8C0A-DEB6-FD70-E6812CD35367}"/>
              </a:ext>
            </a:extLst>
          </p:cNvPr>
          <p:cNvSpPr/>
          <p:nvPr/>
        </p:nvSpPr>
        <p:spPr>
          <a:xfrm>
            <a:off x="570116" y="3422041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42</a:t>
            </a:r>
          </a:p>
        </p:txBody>
      </p:sp>
      <p:sp>
        <p:nvSpPr>
          <p:cNvPr id="376" name="Freeform: Shape 375">
            <a:extLst>
              <a:ext uri="{FF2B5EF4-FFF2-40B4-BE49-F238E27FC236}">
                <a16:creationId xmlns:a16="http://schemas.microsoft.com/office/drawing/2014/main" id="{E8E366EB-0514-1A5F-38EB-62C661BB7A03}"/>
              </a:ext>
            </a:extLst>
          </p:cNvPr>
          <p:cNvSpPr/>
          <p:nvPr/>
        </p:nvSpPr>
        <p:spPr>
          <a:xfrm>
            <a:off x="1280613" y="3422041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27</a:t>
            </a:r>
          </a:p>
        </p:txBody>
      </p:sp>
      <p:sp>
        <p:nvSpPr>
          <p:cNvPr id="377" name="Freeform: Shape 376">
            <a:extLst>
              <a:ext uri="{FF2B5EF4-FFF2-40B4-BE49-F238E27FC236}">
                <a16:creationId xmlns:a16="http://schemas.microsoft.com/office/drawing/2014/main" id="{0E181A31-7A2C-5BDE-655B-574778D970CA}"/>
              </a:ext>
            </a:extLst>
          </p:cNvPr>
          <p:cNvSpPr/>
          <p:nvPr/>
        </p:nvSpPr>
        <p:spPr>
          <a:xfrm>
            <a:off x="2000765" y="3424088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378" name="Freeform: Shape 377">
            <a:extLst>
              <a:ext uri="{FF2B5EF4-FFF2-40B4-BE49-F238E27FC236}">
                <a16:creationId xmlns:a16="http://schemas.microsoft.com/office/drawing/2014/main" id="{4C8DE6AD-63C8-BB73-1364-9AE1A65E26F5}"/>
              </a:ext>
            </a:extLst>
          </p:cNvPr>
          <p:cNvSpPr/>
          <p:nvPr/>
        </p:nvSpPr>
        <p:spPr>
          <a:xfrm>
            <a:off x="2713671" y="3422243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-8</a:t>
            </a:r>
          </a:p>
        </p:txBody>
      </p:sp>
      <p:sp>
        <p:nvSpPr>
          <p:cNvPr id="379" name="Freeform: Shape 378">
            <a:extLst>
              <a:ext uri="{FF2B5EF4-FFF2-40B4-BE49-F238E27FC236}">
                <a16:creationId xmlns:a16="http://schemas.microsoft.com/office/drawing/2014/main" id="{D1F7FDE1-06F5-F8AA-A389-5135EF74EF36}"/>
              </a:ext>
            </a:extLst>
          </p:cNvPr>
          <p:cNvSpPr/>
          <p:nvPr/>
        </p:nvSpPr>
        <p:spPr>
          <a:xfrm>
            <a:off x="3528005" y="3422243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7</a:t>
            </a:r>
            <a:r>
              <a:rPr lang="en-IN" dirty="0"/>
              <a:t>3</a:t>
            </a:r>
          </a:p>
        </p:txBody>
      </p:sp>
      <p:sp>
        <p:nvSpPr>
          <p:cNvPr id="380" name="Freeform: Shape 379">
            <a:extLst>
              <a:ext uri="{FF2B5EF4-FFF2-40B4-BE49-F238E27FC236}">
                <a16:creationId xmlns:a16="http://schemas.microsoft.com/office/drawing/2014/main" id="{76D10703-B19D-3F97-8B20-F4C8FDB76BDD}"/>
              </a:ext>
            </a:extLst>
          </p:cNvPr>
          <p:cNvSpPr/>
          <p:nvPr/>
        </p:nvSpPr>
        <p:spPr>
          <a:xfrm>
            <a:off x="4221238" y="3422041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-56</a:t>
            </a:r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1CDEDDCA-BAA3-1896-AFC6-A590C9B62A78}"/>
              </a:ext>
            </a:extLst>
          </p:cNvPr>
          <p:cNvSpPr/>
          <p:nvPr/>
        </p:nvSpPr>
        <p:spPr>
          <a:xfrm>
            <a:off x="4941544" y="3422041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1</a:t>
            </a:r>
            <a:r>
              <a:rPr lang="en-IN" dirty="0"/>
              <a:t>9</a:t>
            </a:r>
          </a:p>
        </p:txBody>
      </p:sp>
      <p:sp>
        <p:nvSpPr>
          <p:cNvPr id="382" name="Freeform: Shape 381">
            <a:extLst>
              <a:ext uri="{FF2B5EF4-FFF2-40B4-BE49-F238E27FC236}">
                <a16:creationId xmlns:a16="http://schemas.microsoft.com/office/drawing/2014/main" id="{D394D181-8F31-73D3-FBD3-E62F5C4327C3}"/>
              </a:ext>
            </a:extLst>
          </p:cNvPr>
          <p:cNvSpPr/>
          <p:nvPr/>
        </p:nvSpPr>
        <p:spPr>
          <a:xfrm>
            <a:off x="5653224" y="3422041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34</a:t>
            </a:r>
          </a:p>
        </p:txBody>
      </p:sp>
      <p:sp>
        <p:nvSpPr>
          <p:cNvPr id="383" name="Freeform: Shape 382">
            <a:extLst>
              <a:ext uri="{FF2B5EF4-FFF2-40B4-BE49-F238E27FC236}">
                <a16:creationId xmlns:a16="http://schemas.microsoft.com/office/drawing/2014/main" id="{38ADD6C7-5D9B-80ED-BB4C-F32E9AB9037C}"/>
              </a:ext>
            </a:extLst>
          </p:cNvPr>
          <p:cNvSpPr/>
          <p:nvPr/>
        </p:nvSpPr>
        <p:spPr>
          <a:xfrm>
            <a:off x="6476684" y="3422041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9</a:t>
            </a:r>
            <a:r>
              <a:rPr lang="en-IN" dirty="0"/>
              <a:t>1</a:t>
            </a:r>
          </a:p>
        </p:txBody>
      </p:sp>
      <p:sp>
        <p:nvSpPr>
          <p:cNvPr id="384" name="Freeform: Shape 383">
            <a:extLst>
              <a:ext uri="{FF2B5EF4-FFF2-40B4-BE49-F238E27FC236}">
                <a16:creationId xmlns:a16="http://schemas.microsoft.com/office/drawing/2014/main" id="{9D61DF5B-6C12-BB1B-EC59-EA100691CB97}"/>
              </a:ext>
            </a:extLst>
          </p:cNvPr>
          <p:cNvSpPr/>
          <p:nvPr/>
        </p:nvSpPr>
        <p:spPr>
          <a:xfrm>
            <a:off x="7188720" y="3422041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12</a:t>
            </a:r>
          </a:p>
        </p:txBody>
      </p: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1F2FBFB0-CEFC-D215-DB7B-A8720D5041FD}"/>
              </a:ext>
            </a:extLst>
          </p:cNvPr>
          <p:cNvCxnSpPr/>
          <p:nvPr/>
        </p:nvCxnSpPr>
        <p:spPr>
          <a:xfrm>
            <a:off x="2975955" y="3875144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AA15F1EC-A246-F634-B72F-5A27A3D8CF50}"/>
              </a:ext>
            </a:extLst>
          </p:cNvPr>
          <p:cNvCxnSpPr/>
          <p:nvPr/>
        </p:nvCxnSpPr>
        <p:spPr>
          <a:xfrm flipH="1">
            <a:off x="3416059" y="3875144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Arrow Connector 388">
            <a:extLst>
              <a:ext uri="{FF2B5EF4-FFF2-40B4-BE49-F238E27FC236}">
                <a16:creationId xmlns:a16="http://schemas.microsoft.com/office/drawing/2014/main" id="{90B36DB5-884B-9C94-F0F9-B88478884EB1}"/>
              </a:ext>
            </a:extLst>
          </p:cNvPr>
          <p:cNvCxnSpPr/>
          <p:nvPr/>
        </p:nvCxnSpPr>
        <p:spPr>
          <a:xfrm>
            <a:off x="8929067" y="3837234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Arrow Connector 389">
            <a:extLst>
              <a:ext uri="{FF2B5EF4-FFF2-40B4-BE49-F238E27FC236}">
                <a16:creationId xmlns:a16="http://schemas.microsoft.com/office/drawing/2014/main" id="{085DA031-147B-02DA-6202-15650862CB76}"/>
              </a:ext>
            </a:extLst>
          </p:cNvPr>
          <p:cNvCxnSpPr/>
          <p:nvPr/>
        </p:nvCxnSpPr>
        <p:spPr>
          <a:xfrm flipH="1">
            <a:off x="9369171" y="3837234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Freeform: Shape 390">
            <a:extLst>
              <a:ext uri="{FF2B5EF4-FFF2-40B4-BE49-F238E27FC236}">
                <a16:creationId xmlns:a16="http://schemas.microsoft.com/office/drawing/2014/main" id="{EA04A35E-3358-0A02-61ED-A7E32291D564}"/>
              </a:ext>
            </a:extLst>
          </p:cNvPr>
          <p:cNvSpPr/>
          <p:nvPr/>
        </p:nvSpPr>
        <p:spPr>
          <a:xfrm>
            <a:off x="7906740" y="3427114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67</a:t>
            </a:r>
          </a:p>
        </p:txBody>
      </p:sp>
      <p:sp>
        <p:nvSpPr>
          <p:cNvPr id="392" name="Freeform: Shape 391">
            <a:extLst>
              <a:ext uri="{FF2B5EF4-FFF2-40B4-BE49-F238E27FC236}">
                <a16:creationId xmlns:a16="http://schemas.microsoft.com/office/drawing/2014/main" id="{D7AE517A-4C87-0129-D682-0A017C141E80}"/>
              </a:ext>
            </a:extLst>
          </p:cNvPr>
          <p:cNvSpPr/>
          <p:nvPr/>
        </p:nvSpPr>
        <p:spPr>
          <a:xfrm>
            <a:off x="8618420" y="3427114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3</a:t>
            </a:r>
            <a:r>
              <a:rPr lang="en-IN" dirty="0"/>
              <a:t>8</a:t>
            </a:r>
          </a:p>
        </p:txBody>
      </p:sp>
      <p:sp>
        <p:nvSpPr>
          <p:cNvPr id="393" name="Freeform: Shape 392">
            <a:extLst>
              <a:ext uri="{FF2B5EF4-FFF2-40B4-BE49-F238E27FC236}">
                <a16:creationId xmlns:a16="http://schemas.microsoft.com/office/drawing/2014/main" id="{FE0922D6-709F-E3B1-D25A-E2E86C2AB28F}"/>
              </a:ext>
            </a:extLst>
          </p:cNvPr>
          <p:cNvSpPr/>
          <p:nvPr/>
        </p:nvSpPr>
        <p:spPr>
          <a:xfrm>
            <a:off x="9450864" y="3418488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3</a:t>
            </a:r>
          </a:p>
        </p:txBody>
      </p:sp>
      <p:sp>
        <p:nvSpPr>
          <p:cNvPr id="394" name="Freeform: Shape 393">
            <a:extLst>
              <a:ext uri="{FF2B5EF4-FFF2-40B4-BE49-F238E27FC236}">
                <a16:creationId xmlns:a16="http://schemas.microsoft.com/office/drawing/2014/main" id="{CCD6DA0D-45B2-4466-50AD-81AB829992DD}"/>
              </a:ext>
            </a:extLst>
          </p:cNvPr>
          <p:cNvSpPr/>
          <p:nvPr/>
        </p:nvSpPr>
        <p:spPr>
          <a:xfrm>
            <a:off x="10170812" y="3418488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8</a:t>
            </a:r>
            <a:r>
              <a:rPr lang="en-IN" dirty="0"/>
              <a:t>2</a:t>
            </a:r>
          </a:p>
        </p:txBody>
      </p:sp>
      <p:sp>
        <p:nvSpPr>
          <p:cNvPr id="395" name="Freeform: Shape 394">
            <a:extLst>
              <a:ext uri="{FF2B5EF4-FFF2-40B4-BE49-F238E27FC236}">
                <a16:creationId xmlns:a16="http://schemas.microsoft.com/office/drawing/2014/main" id="{A037E603-0474-1BB6-D953-BD0F448CFDD1}"/>
              </a:ext>
            </a:extLst>
          </p:cNvPr>
          <p:cNvSpPr/>
          <p:nvPr/>
        </p:nvSpPr>
        <p:spPr>
          <a:xfrm>
            <a:off x="10874222" y="3418488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2</a:t>
            </a:r>
            <a:r>
              <a:rPr lang="en-IN" dirty="0"/>
              <a:t>4</a:t>
            </a:r>
          </a:p>
        </p:txBody>
      </p:sp>
      <p:sp>
        <p:nvSpPr>
          <p:cNvPr id="398" name="Rectangle: Rounded Corners 397">
            <a:extLst>
              <a:ext uri="{FF2B5EF4-FFF2-40B4-BE49-F238E27FC236}">
                <a16:creationId xmlns:a16="http://schemas.microsoft.com/office/drawing/2014/main" id="{2EDFDF51-E394-C8B5-8DD0-4324E1BECE7B}"/>
              </a:ext>
            </a:extLst>
          </p:cNvPr>
          <p:cNvSpPr/>
          <p:nvPr/>
        </p:nvSpPr>
        <p:spPr>
          <a:xfrm>
            <a:off x="3124947" y="3948913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110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260DE9AF-EAD4-F934-4961-F4AB01FE489B}"/>
              </a:ext>
            </a:extLst>
          </p:cNvPr>
          <p:cNvSpPr/>
          <p:nvPr/>
        </p:nvSpPr>
        <p:spPr>
          <a:xfrm>
            <a:off x="9050481" y="3917717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153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418003BD-BF18-CC9F-5F1C-D402CD15B521}"/>
              </a:ext>
            </a:extLst>
          </p:cNvPr>
          <p:cNvSpPr/>
          <p:nvPr/>
        </p:nvSpPr>
        <p:spPr>
          <a:xfrm>
            <a:off x="1642864" y="2980359"/>
            <a:ext cx="700315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45</a:t>
            </a:r>
            <a:endParaRPr lang="en-IN" dirty="0"/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6646ACE2-648F-8537-4DEB-EE8098034300}"/>
              </a:ext>
            </a:extLst>
          </p:cNvPr>
          <p:cNvSpPr/>
          <p:nvPr/>
        </p:nvSpPr>
        <p:spPr>
          <a:xfrm>
            <a:off x="4581186" y="2997612"/>
            <a:ext cx="700315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73</a:t>
            </a:r>
            <a:endParaRPr lang="en-IN" dirty="0"/>
          </a:p>
        </p:txBody>
      </p:sp>
      <p:sp>
        <p:nvSpPr>
          <p:cNvPr id="407" name="Oval 406">
            <a:extLst>
              <a:ext uri="{FF2B5EF4-FFF2-40B4-BE49-F238E27FC236}">
                <a16:creationId xmlns:a16="http://schemas.microsoft.com/office/drawing/2014/main" id="{8C40CCB2-4D5E-6F4F-77DF-45800FD322E7}"/>
              </a:ext>
            </a:extLst>
          </p:cNvPr>
          <p:cNvSpPr/>
          <p:nvPr/>
        </p:nvSpPr>
        <p:spPr>
          <a:xfrm>
            <a:off x="7523728" y="3003462"/>
            <a:ext cx="700315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  <a:endParaRPr lang="en-IN" dirty="0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2C9FE4CB-19C7-5275-426D-34AE4D2F22BF}"/>
              </a:ext>
            </a:extLst>
          </p:cNvPr>
          <p:cNvSpPr/>
          <p:nvPr/>
        </p:nvSpPr>
        <p:spPr>
          <a:xfrm>
            <a:off x="10513846" y="2952850"/>
            <a:ext cx="75225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106</a:t>
            </a:r>
            <a:endParaRPr lang="en-IN" dirty="0"/>
          </a:p>
        </p:txBody>
      </p:sp>
      <p:sp>
        <p:nvSpPr>
          <p:cNvPr id="412" name="Freeform: Shape 411">
            <a:extLst>
              <a:ext uri="{FF2B5EF4-FFF2-40B4-BE49-F238E27FC236}">
                <a16:creationId xmlns:a16="http://schemas.microsoft.com/office/drawing/2014/main" id="{37E262F1-1E7F-108C-C1F8-43C0410E9E0C}"/>
              </a:ext>
            </a:extLst>
          </p:cNvPr>
          <p:cNvSpPr/>
          <p:nvPr/>
        </p:nvSpPr>
        <p:spPr>
          <a:xfrm>
            <a:off x="647409" y="4919666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42</a:t>
            </a:r>
          </a:p>
        </p:txBody>
      </p:sp>
      <p:sp>
        <p:nvSpPr>
          <p:cNvPr id="413" name="Freeform: Shape 412">
            <a:extLst>
              <a:ext uri="{FF2B5EF4-FFF2-40B4-BE49-F238E27FC236}">
                <a16:creationId xmlns:a16="http://schemas.microsoft.com/office/drawing/2014/main" id="{D1AB9F3C-6D97-887F-E89D-4327C6A954CA}"/>
              </a:ext>
            </a:extLst>
          </p:cNvPr>
          <p:cNvSpPr/>
          <p:nvPr/>
        </p:nvSpPr>
        <p:spPr>
          <a:xfrm>
            <a:off x="1357906" y="4919666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27</a:t>
            </a:r>
          </a:p>
        </p:txBody>
      </p:sp>
      <p:sp>
        <p:nvSpPr>
          <p:cNvPr id="414" name="Freeform: Shape 413">
            <a:extLst>
              <a:ext uri="{FF2B5EF4-FFF2-40B4-BE49-F238E27FC236}">
                <a16:creationId xmlns:a16="http://schemas.microsoft.com/office/drawing/2014/main" id="{886D7C89-ED7B-927A-7909-D87A9BB81A12}"/>
              </a:ext>
            </a:extLst>
          </p:cNvPr>
          <p:cNvSpPr/>
          <p:nvPr/>
        </p:nvSpPr>
        <p:spPr>
          <a:xfrm>
            <a:off x="2078058" y="4916113"/>
            <a:ext cx="720000" cy="421202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415" name="Freeform: Shape 414">
            <a:extLst>
              <a:ext uri="{FF2B5EF4-FFF2-40B4-BE49-F238E27FC236}">
                <a16:creationId xmlns:a16="http://schemas.microsoft.com/office/drawing/2014/main" id="{696084E4-66FD-D706-D342-7939B8EA00EA}"/>
              </a:ext>
            </a:extLst>
          </p:cNvPr>
          <p:cNvSpPr/>
          <p:nvPr/>
        </p:nvSpPr>
        <p:spPr>
          <a:xfrm>
            <a:off x="2790964" y="4919868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-8</a:t>
            </a:r>
          </a:p>
        </p:txBody>
      </p:sp>
      <p:sp>
        <p:nvSpPr>
          <p:cNvPr id="416" name="Freeform: Shape 415">
            <a:extLst>
              <a:ext uri="{FF2B5EF4-FFF2-40B4-BE49-F238E27FC236}">
                <a16:creationId xmlns:a16="http://schemas.microsoft.com/office/drawing/2014/main" id="{AC2708E9-35E9-AFFE-92FD-5AAF284C1E09}"/>
              </a:ext>
            </a:extLst>
          </p:cNvPr>
          <p:cNvSpPr/>
          <p:nvPr/>
        </p:nvSpPr>
        <p:spPr>
          <a:xfrm>
            <a:off x="3510412" y="4919868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7</a:t>
            </a:r>
            <a:r>
              <a:rPr lang="en-IN" dirty="0"/>
              <a:t>3</a:t>
            </a:r>
          </a:p>
        </p:txBody>
      </p:sp>
      <p:sp>
        <p:nvSpPr>
          <p:cNvPr id="417" name="Freeform: Shape 416">
            <a:extLst>
              <a:ext uri="{FF2B5EF4-FFF2-40B4-BE49-F238E27FC236}">
                <a16:creationId xmlns:a16="http://schemas.microsoft.com/office/drawing/2014/main" id="{1C390C52-80EB-48D1-8C88-7C9426F0D0C4}"/>
              </a:ext>
            </a:extLst>
          </p:cNvPr>
          <p:cNvSpPr/>
          <p:nvPr/>
        </p:nvSpPr>
        <p:spPr>
          <a:xfrm>
            <a:off x="4203645" y="4919666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-56</a:t>
            </a:r>
          </a:p>
        </p:txBody>
      </p:sp>
      <p:sp>
        <p:nvSpPr>
          <p:cNvPr id="418" name="Freeform: Shape 417">
            <a:extLst>
              <a:ext uri="{FF2B5EF4-FFF2-40B4-BE49-F238E27FC236}">
                <a16:creationId xmlns:a16="http://schemas.microsoft.com/office/drawing/2014/main" id="{C739129D-3290-5030-EFDC-A1FB5BD25A50}"/>
              </a:ext>
            </a:extLst>
          </p:cNvPr>
          <p:cNvSpPr/>
          <p:nvPr/>
        </p:nvSpPr>
        <p:spPr>
          <a:xfrm>
            <a:off x="4923951" y="4919666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1</a:t>
            </a:r>
            <a:r>
              <a:rPr lang="en-IN" dirty="0"/>
              <a:t>9</a:t>
            </a:r>
          </a:p>
        </p:txBody>
      </p:sp>
      <p:sp>
        <p:nvSpPr>
          <p:cNvPr id="419" name="Freeform: Shape 418">
            <a:extLst>
              <a:ext uri="{FF2B5EF4-FFF2-40B4-BE49-F238E27FC236}">
                <a16:creationId xmlns:a16="http://schemas.microsoft.com/office/drawing/2014/main" id="{D6FB0317-B225-EFA8-9105-E575A988D776}"/>
              </a:ext>
            </a:extLst>
          </p:cNvPr>
          <p:cNvSpPr/>
          <p:nvPr/>
        </p:nvSpPr>
        <p:spPr>
          <a:xfrm>
            <a:off x="5635631" y="4919666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34</a:t>
            </a:r>
          </a:p>
        </p:txBody>
      </p:sp>
      <p:sp>
        <p:nvSpPr>
          <p:cNvPr id="420" name="Freeform: Shape 419">
            <a:extLst>
              <a:ext uri="{FF2B5EF4-FFF2-40B4-BE49-F238E27FC236}">
                <a16:creationId xmlns:a16="http://schemas.microsoft.com/office/drawing/2014/main" id="{2AF65BCA-1311-F0FD-52E0-6A3D6DBECE3B}"/>
              </a:ext>
            </a:extLst>
          </p:cNvPr>
          <p:cNvSpPr/>
          <p:nvPr/>
        </p:nvSpPr>
        <p:spPr>
          <a:xfrm>
            <a:off x="6579855" y="4919666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9</a:t>
            </a:r>
            <a:r>
              <a:rPr lang="en-IN" dirty="0"/>
              <a:t>1</a:t>
            </a:r>
          </a:p>
        </p:txBody>
      </p:sp>
      <p:sp>
        <p:nvSpPr>
          <p:cNvPr id="421" name="Freeform: Shape 420">
            <a:extLst>
              <a:ext uri="{FF2B5EF4-FFF2-40B4-BE49-F238E27FC236}">
                <a16:creationId xmlns:a16="http://schemas.microsoft.com/office/drawing/2014/main" id="{FEAAB321-2FD9-A527-494E-1C242F9BF790}"/>
              </a:ext>
            </a:extLst>
          </p:cNvPr>
          <p:cNvSpPr/>
          <p:nvPr/>
        </p:nvSpPr>
        <p:spPr>
          <a:xfrm>
            <a:off x="7291891" y="4919666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12</a:t>
            </a:r>
          </a:p>
        </p:txBody>
      </p: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B1FC8DBC-92E0-B6ED-AF72-7A4071391B41}"/>
              </a:ext>
            </a:extLst>
          </p:cNvPr>
          <p:cNvCxnSpPr/>
          <p:nvPr/>
        </p:nvCxnSpPr>
        <p:spPr>
          <a:xfrm>
            <a:off x="6019023" y="5350160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Arrow Connector 422">
            <a:extLst>
              <a:ext uri="{FF2B5EF4-FFF2-40B4-BE49-F238E27FC236}">
                <a16:creationId xmlns:a16="http://schemas.microsoft.com/office/drawing/2014/main" id="{0808E86A-2325-CD5D-EDF8-165F5A33F885}"/>
              </a:ext>
            </a:extLst>
          </p:cNvPr>
          <p:cNvCxnSpPr/>
          <p:nvPr/>
        </p:nvCxnSpPr>
        <p:spPr>
          <a:xfrm flipH="1">
            <a:off x="6459127" y="5350160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6" name="Freeform: Shape 425">
            <a:extLst>
              <a:ext uri="{FF2B5EF4-FFF2-40B4-BE49-F238E27FC236}">
                <a16:creationId xmlns:a16="http://schemas.microsoft.com/office/drawing/2014/main" id="{64C703C4-5FE2-F0DB-0289-ECD60FF759E6}"/>
              </a:ext>
            </a:extLst>
          </p:cNvPr>
          <p:cNvSpPr/>
          <p:nvPr/>
        </p:nvSpPr>
        <p:spPr>
          <a:xfrm>
            <a:off x="8009911" y="4916113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67</a:t>
            </a:r>
          </a:p>
        </p:txBody>
      </p:sp>
      <p:sp>
        <p:nvSpPr>
          <p:cNvPr id="427" name="Freeform: Shape 426">
            <a:extLst>
              <a:ext uri="{FF2B5EF4-FFF2-40B4-BE49-F238E27FC236}">
                <a16:creationId xmlns:a16="http://schemas.microsoft.com/office/drawing/2014/main" id="{6557CFF1-A281-F40F-E0C2-44029D193737}"/>
              </a:ext>
            </a:extLst>
          </p:cNvPr>
          <p:cNvSpPr/>
          <p:nvPr/>
        </p:nvSpPr>
        <p:spPr>
          <a:xfrm>
            <a:off x="8721591" y="4916113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3</a:t>
            </a:r>
            <a:r>
              <a:rPr lang="en-IN" dirty="0"/>
              <a:t>8</a:t>
            </a:r>
          </a:p>
        </p:txBody>
      </p:sp>
      <p:sp>
        <p:nvSpPr>
          <p:cNvPr id="428" name="Freeform: Shape 427">
            <a:extLst>
              <a:ext uri="{FF2B5EF4-FFF2-40B4-BE49-F238E27FC236}">
                <a16:creationId xmlns:a16="http://schemas.microsoft.com/office/drawing/2014/main" id="{19058389-9C83-BED5-2974-8A33D0F9AC4B}"/>
              </a:ext>
            </a:extLst>
          </p:cNvPr>
          <p:cNvSpPr/>
          <p:nvPr/>
        </p:nvSpPr>
        <p:spPr>
          <a:xfrm>
            <a:off x="9433271" y="4916113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3</a:t>
            </a:r>
          </a:p>
        </p:txBody>
      </p:sp>
      <p:sp>
        <p:nvSpPr>
          <p:cNvPr id="429" name="Freeform: Shape 428">
            <a:extLst>
              <a:ext uri="{FF2B5EF4-FFF2-40B4-BE49-F238E27FC236}">
                <a16:creationId xmlns:a16="http://schemas.microsoft.com/office/drawing/2014/main" id="{7A485107-AD8B-A69D-B85B-993643BF7549}"/>
              </a:ext>
            </a:extLst>
          </p:cNvPr>
          <p:cNvSpPr/>
          <p:nvPr/>
        </p:nvSpPr>
        <p:spPr>
          <a:xfrm>
            <a:off x="10153219" y="4916113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8</a:t>
            </a:r>
            <a:r>
              <a:rPr lang="en-IN" dirty="0"/>
              <a:t>2</a:t>
            </a:r>
          </a:p>
        </p:txBody>
      </p:sp>
      <p:sp>
        <p:nvSpPr>
          <p:cNvPr id="430" name="Freeform: Shape 429">
            <a:extLst>
              <a:ext uri="{FF2B5EF4-FFF2-40B4-BE49-F238E27FC236}">
                <a16:creationId xmlns:a16="http://schemas.microsoft.com/office/drawing/2014/main" id="{4BF580B7-ACE7-2FC5-38BE-5C1CB89A037A}"/>
              </a:ext>
            </a:extLst>
          </p:cNvPr>
          <p:cNvSpPr/>
          <p:nvPr/>
        </p:nvSpPr>
        <p:spPr>
          <a:xfrm>
            <a:off x="10856629" y="4916113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2</a:t>
            </a:r>
            <a:r>
              <a:rPr lang="en-IN" dirty="0"/>
              <a:t>4</a:t>
            </a:r>
          </a:p>
        </p:txBody>
      </p:sp>
      <p:sp>
        <p:nvSpPr>
          <p:cNvPr id="431" name="Rectangle: Rounded Corners 430">
            <a:extLst>
              <a:ext uri="{FF2B5EF4-FFF2-40B4-BE49-F238E27FC236}">
                <a16:creationId xmlns:a16="http://schemas.microsoft.com/office/drawing/2014/main" id="{E1AAD7AC-8395-0FE5-C71E-80F989D4090B}"/>
              </a:ext>
            </a:extLst>
          </p:cNvPr>
          <p:cNvSpPr/>
          <p:nvPr/>
        </p:nvSpPr>
        <p:spPr>
          <a:xfrm>
            <a:off x="6168015" y="5423929"/>
            <a:ext cx="665170" cy="3580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192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34" name="Oval 433">
            <a:extLst>
              <a:ext uri="{FF2B5EF4-FFF2-40B4-BE49-F238E27FC236}">
                <a16:creationId xmlns:a16="http://schemas.microsoft.com/office/drawing/2014/main" id="{A2230995-57C9-515D-C883-0A3787ACB1CF}"/>
              </a:ext>
            </a:extLst>
          </p:cNvPr>
          <p:cNvSpPr/>
          <p:nvPr/>
        </p:nvSpPr>
        <p:spPr>
          <a:xfrm>
            <a:off x="3096854" y="4430058"/>
            <a:ext cx="759898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110</a:t>
            </a:r>
            <a:endParaRPr lang="en-IN" dirty="0"/>
          </a:p>
        </p:txBody>
      </p:sp>
      <p:sp>
        <p:nvSpPr>
          <p:cNvPr id="436" name="Oval 435">
            <a:extLst>
              <a:ext uri="{FF2B5EF4-FFF2-40B4-BE49-F238E27FC236}">
                <a16:creationId xmlns:a16="http://schemas.microsoft.com/office/drawing/2014/main" id="{DEF9A8B1-0F4B-781B-A683-34DE37616979}"/>
              </a:ext>
            </a:extLst>
          </p:cNvPr>
          <p:cNvSpPr/>
          <p:nvPr/>
        </p:nvSpPr>
        <p:spPr>
          <a:xfrm>
            <a:off x="9039968" y="4412723"/>
            <a:ext cx="787041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153</a:t>
            </a:r>
            <a:endParaRPr lang="en-IN" dirty="0"/>
          </a:p>
        </p:txBody>
      </p:sp>
      <p:sp>
        <p:nvSpPr>
          <p:cNvPr id="439" name="Freeform: Shape 438">
            <a:extLst>
              <a:ext uri="{FF2B5EF4-FFF2-40B4-BE49-F238E27FC236}">
                <a16:creationId xmlns:a16="http://schemas.microsoft.com/office/drawing/2014/main" id="{A45EE899-38A5-B1DA-1C40-33989C5FDE8F}"/>
              </a:ext>
            </a:extLst>
          </p:cNvPr>
          <p:cNvSpPr/>
          <p:nvPr/>
        </p:nvSpPr>
        <p:spPr>
          <a:xfrm>
            <a:off x="846299" y="6288390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42</a:t>
            </a:r>
          </a:p>
        </p:txBody>
      </p:sp>
      <p:sp>
        <p:nvSpPr>
          <p:cNvPr id="441" name="Freeform: Shape 440">
            <a:extLst>
              <a:ext uri="{FF2B5EF4-FFF2-40B4-BE49-F238E27FC236}">
                <a16:creationId xmlns:a16="http://schemas.microsoft.com/office/drawing/2014/main" id="{88272B9E-4B9F-B042-8A47-26783672C2C3}"/>
              </a:ext>
            </a:extLst>
          </p:cNvPr>
          <p:cNvSpPr/>
          <p:nvPr/>
        </p:nvSpPr>
        <p:spPr>
          <a:xfrm>
            <a:off x="1556796" y="6288390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27</a:t>
            </a:r>
          </a:p>
        </p:txBody>
      </p:sp>
      <p:sp>
        <p:nvSpPr>
          <p:cNvPr id="443" name="Freeform: Shape 442">
            <a:extLst>
              <a:ext uri="{FF2B5EF4-FFF2-40B4-BE49-F238E27FC236}">
                <a16:creationId xmlns:a16="http://schemas.microsoft.com/office/drawing/2014/main" id="{6288C059-57D7-3269-595C-E55B589B2E3C}"/>
              </a:ext>
            </a:extLst>
          </p:cNvPr>
          <p:cNvSpPr/>
          <p:nvPr/>
        </p:nvSpPr>
        <p:spPr>
          <a:xfrm>
            <a:off x="2276948" y="6291971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45</a:t>
            </a:r>
          </a:p>
        </p:txBody>
      </p:sp>
      <p:sp>
        <p:nvSpPr>
          <p:cNvPr id="445" name="Freeform: Shape 444">
            <a:extLst>
              <a:ext uri="{FF2B5EF4-FFF2-40B4-BE49-F238E27FC236}">
                <a16:creationId xmlns:a16="http://schemas.microsoft.com/office/drawing/2014/main" id="{69079812-DBDE-C5C5-8C18-4B7853E33BA0}"/>
              </a:ext>
            </a:extLst>
          </p:cNvPr>
          <p:cNvSpPr/>
          <p:nvPr/>
        </p:nvSpPr>
        <p:spPr>
          <a:xfrm>
            <a:off x="2989854" y="6288592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-8</a:t>
            </a:r>
          </a:p>
        </p:txBody>
      </p:sp>
      <p:sp>
        <p:nvSpPr>
          <p:cNvPr id="447" name="Freeform: Shape 446">
            <a:extLst>
              <a:ext uri="{FF2B5EF4-FFF2-40B4-BE49-F238E27FC236}">
                <a16:creationId xmlns:a16="http://schemas.microsoft.com/office/drawing/2014/main" id="{18237C6E-98EA-EAE5-28E9-009449210CF5}"/>
              </a:ext>
            </a:extLst>
          </p:cNvPr>
          <p:cNvSpPr/>
          <p:nvPr/>
        </p:nvSpPr>
        <p:spPr>
          <a:xfrm>
            <a:off x="3709302" y="6288592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7</a:t>
            </a:r>
            <a:r>
              <a:rPr lang="en-IN" dirty="0"/>
              <a:t>3</a:t>
            </a:r>
          </a:p>
        </p:txBody>
      </p:sp>
      <p:sp>
        <p:nvSpPr>
          <p:cNvPr id="449" name="Freeform: Shape 448">
            <a:extLst>
              <a:ext uri="{FF2B5EF4-FFF2-40B4-BE49-F238E27FC236}">
                <a16:creationId xmlns:a16="http://schemas.microsoft.com/office/drawing/2014/main" id="{92596A44-6C03-CC0A-39F2-63367EC13A29}"/>
              </a:ext>
            </a:extLst>
          </p:cNvPr>
          <p:cNvSpPr/>
          <p:nvPr/>
        </p:nvSpPr>
        <p:spPr>
          <a:xfrm>
            <a:off x="4402535" y="6288390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-56</a:t>
            </a:r>
          </a:p>
        </p:txBody>
      </p:sp>
      <p:sp>
        <p:nvSpPr>
          <p:cNvPr id="451" name="Freeform: Shape 450">
            <a:extLst>
              <a:ext uri="{FF2B5EF4-FFF2-40B4-BE49-F238E27FC236}">
                <a16:creationId xmlns:a16="http://schemas.microsoft.com/office/drawing/2014/main" id="{35B59CCC-55A9-CCA1-FC27-A527DD27A270}"/>
              </a:ext>
            </a:extLst>
          </p:cNvPr>
          <p:cNvSpPr/>
          <p:nvPr/>
        </p:nvSpPr>
        <p:spPr>
          <a:xfrm>
            <a:off x="5122841" y="6288390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1</a:t>
            </a:r>
            <a:r>
              <a:rPr lang="en-IN" dirty="0"/>
              <a:t>9</a:t>
            </a:r>
          </a:p>
        </p:txBody>
      </p:sp>
      <p:sp>
        <p:nvSpPr>
          <p:cNvPr id="453" name="Freeform: Shape 452">
            <a:extLst>
              <a:ext uri="{FF2B5EF4-FFF2-40B4-BE49-F238E27FC236}">
                <a16:creationId xmlns:a16="http://schemas.microsoft.com/office/drawing/2014/main" id="{DA2F3126-40C3-D1B8-774F-6E74D2686BCB}"/>
              </a:ext>
            </a:extLst>
          </p:cNvPr>
          <p:cNvSpPr/>
          <p:nvPr/>
        </p:nvSpPr>
        <p:spPr>
          <a:xfrm>
            <a:off x="5834521" y="6288390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34</a:t>
            </a:r>
          </a:p>
        </p:txBody>
      </p:sp>
      <p:sp>
        <p:nvSpPr>
          <p:cNvPr id="455" name="Freeform: Shape 454">
            <a:extLst>
              <a:ext uri="{FF2B5EF4-FFF2-40B4-BE49-F238E27FC236}">
                <a16:creationId xmlns:a16="http://schemas.microsoft.com/office/drawing/2014/main" id="{79E142A0-B16C-1B79-4CBE-47C7B16581DA}"/>
              </a:ext>
            </a:extLst>
          </p:cNvPr>
          <p:cNvSpPr/>
          <p:nvPr/>
        </p:nvSpPr>
        <p:spPr>
          <a:xfrm>
            <a:off x="6563089" y="6288390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9</a:t>
            </a:r>
            <a:r>
              <a:rPr lang="en-IN" dirty="0"/>
              <a:t>1</a:t>
            </a:r>
          </a:p>
        </p:txBody>
      </p:sp>
      <p:sp>
        <p:nvSpPr>
          <p:cNvPr id="457" name="Freeform: Shape 456">
            <a:extLst>
              <a:ext uri="{FF2B5EF4-FFF2-40B4-BE49-F238E27FC236}">
                <a16:creationId xmlns:a16="http://schemas.microsoft.com/office/drawing/2014/main" id="{3B8A5B43-044D-3D36-E193-D86747576673}"/>
              </a:ext>
            </a:extLst>
          </p:cNvPr>
          <p:cNvSpPr/>
          <p:nvPr/>
        </p:nvSpPr>
        <p:spPr>
          <a:xfrm>
            <a:off x="7275125" y="6288390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12</a:t>
            </a:r>
          </a:p>
        </p:txBody>
      </p:sp>
      <p:sp>
        <p:nvSpPr>
          <p:cNvPr id="459" name="Freeform: Shape 458">
            <a:extLst>
              <a:ext uri="{FF2B5EF4-FFF2-40B4-BE49-F238E27FC236}">
                <a16:creationId xmlns:a16="http://schemas.microsoft.com/office/drawing/2014/main" id="{0CF4AAE8-7927-A2D8-442F-F7D206F12E6F}"/>
              </a:ext>
            </a:extLst>
          </p:cNvPr>
          <p:cNvSpPr/>
          <p:nvPr/>
        </p:nvSpPr>
        <p:spPr>
          <a:xfrm>
            <a:off x="7993145" y="6284837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67</a:t>
            </a:r>
          </a:p>
        </p:txBody>
      </p:sp>
      <p:sp>
        <p:nvSpPr>
          <p:cNvPr id="461" name="Freeform: Shape 460">
            <a:extLst>
              <a:ext uri="{FF2B5EF4-FFF2-40B4-BE49-F238E27FC236}">
                <a16:creationId xmlns:a16="http://schemas.microsoft.com/office/drawing/2014/main" id="{BCE874D4-C0E6-1884-EAE8-92188FE9D226}"/>
              </a:ext>
            </a:extLst>
          </p:cNvPr>
          <p:cNvSpPr/>
          <p:nvPr/>
        </p:nvSpPr>
        <p:spPr>
          <a:xfrm>
            <a:off x="8704825" y="6284837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3</a:t>
            </a:r>
            <a:r>
              <a:rPr lang="en-IN" dirty="0"/>
              <a:t>8</a:t>
            </a:r>
          </a:p>
        </p:txBody>
      </p:sp>
      <p:sp>
        <p:nvSpPr>
          <p:cNvPr id="463" name="Freeform: Shape 462">
            <a:extLst>
              <a:ext uri="{FF2B5EF4-FFF2-40B4-BE49-F238E27FC236}">
                <a16:creationId xmlns:a16="http://schemas.microsoft.com/office/drawing/2014/main" id="{8265E54D-472F-8E22-DCD9-71547689F7E7}"/>
              </a:ext>
            </a:extLst>
          </p:cNvPr>
          <p:cNvSpPr/>
          <p:nvPr/>
        </p:nvSpPr>
        <p:spPr>
          <a:xfrm>
            <a:off x="9416505" y="6284837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-</a:t>
            </a:r>
            <a:r>
              <a:rPr lang="en-IN" dirty="0"/>
              <a:t>3</a:t>
            </a:r>
          </a:p>
        </p:txBody>
      </p:sp>
      <p:sp>
        <p:nvSpPr>
          <p:cNvPr id="465" name="Freeform: Shape 464">
            <a:extLst>
              <a:ext uri="{FF2B5EF4-FFF2-40B4-BE49-F238E27FC236}">
                <a16:creationId xmlns:a16="http://schemas.microsoft.com/office/drawing/2014/main" id="{D8C1AC7D-4D78-655F-23DE-C2E19674AB00}"/>
              </a:ext>
            </a:extLst>
          </p:cNvPr>
          <p:cNvSpPr/>
          <p:nvPr/>
        </p:nvSpPr>
        <p:spPr>
          <a:xfrm>
            <a:off x="10136453" y="6284837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8</a:t>
            </a:r>
            <a:r>
              <a:rPr lang="en-IN" dirty="0"/>
              <a:t>2</a:t>
            </a:r>
          </a:p>
        </p:txBody>
      </p:sp>
      <p:sp>
        <p:nvSpPr>
          <p:cNvPr id="467" name="Freeform: Shape 466">
            <a:extLst>
              <a:ext uri="{FF2B5EF4-FFF2-40B4-BE49-F238E27FC236}">
                <a16:creationId xmlns:a16="http://schemas.microsoft.com/office/drawing/2014/main" id="{1C60DB77-154B-7A74-1B99-2F9BE581B2CE}"/>
              </a:ext>
            </a:extLst>
          </p:cNvPr>
          <p:cNvSpPr/>
          <p:nvPr/>
        </p:nvSpPr>
        <p:spPr>
          <a:xfrm>
            <a:off x="10839863" y="6284837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2</a:t>
            </a:r>
            <a:r>
              <a:rPr lang="en-IN" dirty="0"/>
              <a:t>4</a:t>
            </a:r>
          </a:p>
        </p:txBody>
      </p:sp>
      <p:sp>
        <p:nvSpPr>
          <p:cNvPr id="469" name="Oval 468">
            <a:extLst>
              <a:ext uri="{FF2B5EF4-FFF2-40B4-BE49-F238E27FC236}">
                <a16:creationId xmlns:a16="http://schemas.microsoft.com/office/drawing/2014/main" id="{89CD0735-2CB5-7837-4A72-C60BCEA264D0}"/>
              </a:ext>
            </a:extLst>
          </p:cNvPr>
          <p:cNvSpPr/>
          <p:nvPr/>
        </p:nvSpPr>
        <p:spPr>
          <a:xfrm>
            <a:off x="6104930" y="5884984"/>
            <a:ext cx="759898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804803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C165514-DC24-6C07-7409-589E70F6B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CB5EB8A-7812-EFD6-77EB-96D5CC005906}"/>
              </a:ext>
            </a:extLst>
          </p:cNvPr>
          <p:cNvSpPr/>
          <p:nvPr/>
        </p:nvSpPr>
        <p:spPr>
          <a:xfrm>
            <a:off x="1183971" y="573656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D3EDFD-D0E9-57EA-032A-ACE73E1D927B}"/>
              </a:ext>
            </a:extLst>
          </p:cNvPr>
          <p:cNvSpPr/>
          <p:nvPr/>
        </p:nvSpPr>
        <p:spPr>
          <a:xfrm>
            <a:off x="2102684" y="573656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8A70558-C5A1-69E2-D4E1-2792085E7213}"/>
              </a:ext>
            </a:extLst>
          </p:cNvPr>
          <p:cNvSpPr/>
          <p:nvPr/>
        </p:nvSpPr>
        <p:spPr>
          <a:xfrm>
            <a:off x="3030023" y="573656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424FA62-A454-FB50-3F41-EADD848F1311}"/>
              </a:ext>
            </a:extLst>
          </p:cNvPr>
          <p:cNvSpPr/>
          <p:nvPr/>
        </p:nvSpPr>
        <p:spPr>
          <a:xfrm>
            <a:off x="3982882" y="573656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7B6169-254B-8450-2118-68644BDE8412}"/>
              </a:ext>
            </a:extLst>
          </p:cNvPr>
          <p:cNvSpPr/>
          <p:nvPr/>
        </p:nvSpPr>
        <p:spPr>
          <a:xfrm>
            <a:off x="4927831" y="573656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7F136E4-DAAD-31C5-B053-5BFDF75523DA}"/>
              </a:ext>
            </a:extLst>
          </p:cNvPr>
          <p:cNvSpPr/>
          <p:nvPr/>
        </p:nvSpPr>
        <p:spPr>
          <a:xfrm>
            <a:off x="5930647" y="573656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43C3539-6421-5668-EF3F-7D9C2CF6548A}"/>
              </a:ext>
            </a:extLst>
          </p:cNvPr>
          <p:cNvSpPr/>
          <p:nvPr/>
        </p:nvSpPr>
        <p:spPr>
          <a:xfrm>
            <a:off x="6849360" y="573656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-4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12C2D3D-336B-1ADE-A1A7-4B4C0846D05C}"/>
              </a:ext>
            </a:extLst>
          </p:cNvPr>
          <p:cNvSpPr/>
          <p:nvPr/>
        </p:nvSpPr>
        <p:spPr>
          <a:xfrm>
            <a:off x="7776699" y="573656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-1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AF32ED2-0D9A-3835-D977-A45344821964}"/>
              </a:ext>
            </a:extLst>
          </p:cNvPr>
          <p:cNvSpPr/>
          <p:nvPr/>
        </p:nvSpPr>
        <p:spPr>
          <a:xfrm>
            <a:off x="8729558" y="573656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-6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6EE2707-8F6F-6A82-77E5-03106947E883}"/>
              </a:ext>
            </a:extLst>
          </p:cNvPr>
          <p:cNvSpPr/>
          <p:nvPr/>
        </p:nvSpPr>
        <p:spPr>
          <a:xfrm>
            <a:off x="9674507" y="573656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-3</a:t>
            </a: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32A829DB-31CC-E78F-0CAB-CB966B2387D9}"/>
              </a:ext>
            </a:extLst>
          </p:cNvPr>
          <p:cNvSpPr/>
          <p:nvPr/>
        </p:nvSpPr>
        <p:spPr>
          <a:xfrm>
            <a:off x="1244044" y="2031018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6059C764-81CC-7B4E-4678-75B2C96B15F9}"/>
              </a:ext>
            </a:extLst>
          </p:cNvPr>
          <p:cNvSpPr/>
          <p:nvPr/>
        </p:nvSpPr>
        <p:spPr>
          <a:xfrm>
            <a:off x="1964044" y="2031018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5F77E13B-E0FB-7E63-4BA7-FB5EDBD81250}"/>
              </a:ext>
            </a:extLst>
          </p:cNvPr>
          <p:cNvSpPr/>
          <p:nvPr/>
        </p:nvSpPr>
        <p:spPr>
          <a:xfrm>
            <a:off x="3095365" y="2048163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B195594A-9F7E-DAEB-37AA-34629B13B89F}"/>
              </a:ext>
            </a:extLst>
          </p:cNvPr>
          <p:cNvSpPr/>
          <p:nvPr/>
        </p:nvSpPr>
        <p:spPr>
          <a:xfrm>
            <a:off x="3815365" y="2048163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1B5B4B34-46B1-623F-9A79-72A907190F5E}"/>
              </a:ext>
            </a:extLst>
          </p:cNvPr>
          <p:cNvSpPr/>
          <p:nvPr/>
        </p:nvSpPr>
        <p:spPr>
          <a:xfrm>
            <a:off x="5085986" y="2048163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53C73A7A-5F66-5479-C555-3439820D5FF4}"/>
              </a:ext>
            </a:extLst>
          </p:cNvPr>
          <p:cNvSpPr/>
          <p:nvPr/>
        </p:nvSpPr>
        <p:spPr>
          <a:xfrm>
            <a:off x="5789168" y="2048163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EE26900C-33D5-E19A-2ADD-F7AFE81767A4}"/>
              </a:ext>
            </a:extLst>
          </p:cNvPr>
          <p:cNvSpPr/>
          <p:nvPr/>
        </p:nvSpPr>
        <p:spPr>
          <a:xfrm>
            <a:off x="6989373" y="2048163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-4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538B401E-2F0F-213D-1ECA-CB0BAC794E30}"/>
              </a:ext>
            </a:extLst>
          </p:cNvPr>
          <p:cNvSpPr/>
          <p:nvPr/>
        </p:nvSpPr>
        <p:spPr>
          <a:xfrm>
            <a:off x="7717071" y="2048163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-1</a:t>
            </a: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554942E7-D758-450F-9536-49498F03B180}"/>
              </a:ext>
            </a:extLst>
          </p:cNvPr>
          <p:cNvSpPr/>
          <p:nvPr/>
        </p:nvSpPr>
        <p:spPr>
          <a:xfrm>
            <a:off x="8787956" y="2048163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-6</a:t>
            </a:r>
          </a:p>
        </p:txBody>
      </p:sp>
      <p:sp>
        <p:nvSpPr>
          <p:cNvPr id="108" name="Freeform: Shape 107">
            <a:extLst>
              <a:ext uri="{FF2B5EF4-FFF2-40B4-BE49-F238E27FC236}">
                <a16:creationId xmlns:a16="http://schemas.microsoft.com/office/drawing/2014/main" id="{BACB6169-ACE7-E359-461C-C8FD4A05AABC}"/>
              </a:ext>
            </a:extLst>
          </p:cNvPr>
          <p:cNvSpPr/>
          <p:nvPr/>
        </p:nvSpPr>
        <p:spPr>
          <a:xfrm>
            <a:off x="9507956" y="2048163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-3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DCD5FA74-9998-DA37-B05A-89DA9ECFAE74}"/>
              </a:ext>
            </a:extLst>
          </p:cNvPr>
          <p:cNvSpPr/>
          <p:nvPr/>
        </p:nvSpPr>
        <p:spPr>
          <a:xfrm>
            <a:off x="1344330" y="174374"/>
            <a:ext cx="399282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F05B3693-E2AE-EE93-05C9-92C98662AC5D}"/>
              </a:ext>
            </a:extLst>
          </p:cNvPr>
          <p:cNvSpPr/>
          <p:nvPr/>
        </p:nvSpPr>
        <p:spPr>
          <a:xfrm>
            <a:off x="3220803" y="174374"/>
            <a:ext cx="399282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3759B6A3-8FC6-A8FB-F671-0E2757F217F3}"/>
              </a:ext>
            </a:extLst>
          </p:cNvPr>
          <p:cNvSpPr/>
          <p:nvPr/>
        </p:nvSpPr>
        <p:spPr>
          <a:xfrm>
            <a:off x="4068907" y="174374"/>
            <a:ext cx="529018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86426F0F-65BA-230E-0DE2-CE4CEB835D51}"/>
              </a:ext>
            </a:extLst>
          </p:cNvPr>
          <p:cNvSpPr/>
          <p:nvPr/>
        </p:nvSpPr>
        <p:spPr>
          <a:xfrm>
            <a:off x="4935741" y="174374"/>
            <a:ext cx="551731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BA1539D5-E3B4-D184-F6AA-FD076222CB45}"/>
              </a:ext>
            </a:extLst>
          </p:cNvPr>
          <p:cNvSpPr/>
          <p:nvPr/>
        </p:nvSpPr>
        <p:spPr>
          <a:xfrm>
            <a:off x="6883506" y="174374"/>
            <a:ext cx="525495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-4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333B4356-DE14-498D-318B-F770B18A23BD}"/>
              </a:ext>
            </a:extLst>
          </p:cNvPr>
          <p:cNvSpPr/>
          <p:nvPr/>
        </p:nvSpPr>
        <p:spPr>
          <a:xfrm>
            <a:off x="7744389" y="174374"/>
            <a:ext cx="583325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r>
              <a:rPr lang="en-IN" dirty="0"/>
              <a:t>1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C2FE9BB5-2201-8FFB-17CF-F4318865C1BB}"/>
              </a:ext>
            </a:extLst>
          </p:cNvPr>
          <p:cNvSpPr/>
          <p:nvPr/>
        </p:nvSpPr>
        <p:spPr>
          <a:xfrm>
            <a:off x="8729558" y="174374"/>
            <a:ext cx="552451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-6</a:t>
            </a: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202911D3-8AB5-7905-DC52-075C7525DBE9}"/>
              </a:ext>
            </a:extLst>
          </p:cNvPr>
          <p:cNvSpPr/>
          <p:nvPr/>
        </p:nvSpPr>
        <p:spPr>
          <a:xfrm>
            <a:off x="2186787" y="174374"/>
            <a:ext cx="525067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79615E25-FD94-7ADB-A25C-6C8587E99A2A}"/>
              </a:ext>
            </a:extLst>
          </p:cNvPr>
          <p:cNvSpPr/>
          <p:nvPr/>
        </p:nvSpPr>
        <p:spPr>
          <a:xfrm>
            <a:off x="6059124" y="174374"/>
            <a:ext cx="525067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64490421-02FE-3559-752E-3EB459480A65}"/>
              </a:ext>
            </a:extLst>
          </p:cNvPr>
          <p:cNvSpPr/>
          <p:nvPr/>
        </p:nvSpPr>
        <p:spPr>
          <a:xfrm>
            <a:off x="9771973" y="174374"/>
            <a:ext cx="525067" cy="399282"/>
          </a:xfrm>
          <a:prstGeom prst="ellipse">
            <a:avLst/>
          </a:prstGeom>
          <a:solidFill>
            <a:srgbClr val="35197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-3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DDBABEC5-2DD2-56E9-11DE-15D5CE6422CB}"/>
              </a:ext>
            </a:extLst>
          </p:cNvPr>
          <p:cNvCxnSpPr/>
          <p:nvPr/>
        </p:nvCxnSpPr>
        <p:spPr>
          <a:xfrm>
            <a:off x="1523940" y="998290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C98B7D47-99B9-9B31-5496-3356B8C23E56}"/>
              </a:ext>
            </a:extLst>
          </p:cNvPr>
          <p:cNvCxnSpPr/>
          <p:nvPr/>
        </p:nvCxnSpPr>
        <p:spPr>
          <a:xfrm flipH="1">
            <a:off x="1964044" y="998290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04EB9E2F-6413-22C1-6A33-AE073DCCD883}"/>
              </a:ext>
            </a:extLst>
          </p:cNvPr>
          <p:cNvSpPr/>
          <p:nvPr/>
        </p:nvSpPr>
        <p:spPr>
          <a:xfrm>
            <a:off x="1738978" y="1130766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  <a:r>
              <a:rPr lang="en-IN" dirty="0">
                <a:solidFill>
                  <a:schemeClr val="bg1"/>
                </a:solidFill>
              </a:rPr>
              <a:t>0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6720E28-6998-C5D7-6DCE-5007A912229F}"/>
              </a:ext>
            </a:extLst>
          </p:cNvPr>
          <p:cNvCxnSpPr/>
          <p:nvPr/>
        </p:nvCxnSpPr>
        <p:spPr>
          <a:xfrm>
            <a:off x="3375261" y="981145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BA2E26B-754A-0302-EF0E-6381825605A6}"/>
              </a:ext>
            </a:extLst>
          </p:cNvPr>
          <p:cNvCxnSpPr/>
          <p:nvPr/>
        </p:nvCxnSpPr>
        <p:spPr>
          <a:xfrm flipH="1">
            <a:off x="3815365" y="981145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8350F100-E37F-AB59-18FF-FBE49F3F5B9F}"/>
              </a:ext>
            </a:extLst>
          </p:cNvPr>
          <p:cNvSpPr/>
          <p:nvPr/>
        </p:nvSpPr>
        <p:spPr>
          <a:xfrm>
            <a:off x="3590299" y="1113621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163C365E-E1E1-3BC5-DB2E-3F4A0B377E7C}"/>
              </a:ext>
            </a:extLst>
          </p:cNvPr>
          <p:cNvCxnSpPr/>
          <p:nvPr/>
        </p:nvCxnSpPr>
        <p:spPr>
          <a:xfrm>
            <a:off x="5342641" y="981145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5C033AA-63AB-B6F2-9952-47F065179761}"/>
              </a:ext>
            </a:extLst>
          </p:cNvPr>
          <p:cNvCxnSpPr/>
          <p:nvPr/>
        </p:nvCxnSpPr>
        <p:spPr>
          <a:xfrm flipH="1">
            <a:off x="5782745" y="981145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FD6159FD-F3FF-D22F-FB5A-CEE7743F09C3}"/>
              </a:ext>
            </a:extLst>
          </p:cNvPr>
          <p:cNvSpPr/>
          <p:nvPr/>
        </p:nvSpPr>
        <p:spPr>
          <a:xfrm>
            <a:off x="5557679" y="1113621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-1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96282D4-5AA2-B1C8-D8AB-AD1E838AED17}"/>
              </a:ext>
            </a:extLst>
          </p:cNvPr>
          <p:cNvCxnSpPr/>
          <p:nvPr/>
        </p:nvCxnSpPr>
        <p:spPr>
          <a:xfrm>
            <a:off x="7193963" y="996552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B2C86BF1-D25B-AFAC-E762-EA680D2B5662}"/>
              </a:ext>
            </a:extLst>
          </p:cNvPr>
          <p:cNvCxnSpPr/>
          <p:nvPr/>
        </p:nvCxnSpPr>
        <p:spPr>
          <a:xfrm flipH="1">
            <a:off x="7634067" y="996552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AE195F5-D91D-509B-2F32-F4C0C09529FE}"/>
              </a:ext>
            </a:extLst>
          </p:cNvPr>
          <p:cNvSpPr/>
          <p:nvPr/>
        </p:nvSpPr>
        <p:spPr>
          <a:xfrm>
            <a:off x="7409001" y="1129028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-5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DFA62BF-C147-9BDC-B797-2BB187231A8D}"/>
              </a:ext>
            </a:extLst>
          </p:cNvPr>
          <p:cNvCxnSpPr/>
          <p:nvPr/>
        </p:nvCxnSpPr>
        <p:spPr>
          <a:xfrm>
            <a:off x="9030175" y="981145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D76FF8D-85DE-EA79-28E2-CAA65B202179}"/>
              </a:ext>
            </a:extLst>
          </p:cNvPr>
          <p:cNvCxnSpPr/>
          <p:nvPr/>
        </p:nvCxnSpPr>
        <p:spPr>
          <a:xfrm flipH="1">
            <a:off x="9470279" y="981145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94786F50-0A51-260E-69C0-EA40D8BD960D}"/>
              </a:ext>
            </a:extLst>
          </p:cNvPr>
          <p:cNvSpPr/>
          <p:nvPr/>
        </p:nvSpPr>
        <p:spPr>
          <a:xfrm>
            <a:off x="9245213" y="1113621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-</a:t>
            </a:r>
            <a:r>
              <a:rPr lang="en-IN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D2D00D51-8E33-2A75-D440-0C5938675346}"/>
              </a:ext>
            </a:extLst>
          </p:cNvPr>
          <p:cNvSpPr/>
          <p:nvPr/>
        </p:nvSpPr>
        <p:spPr>
          <a:xfrm>
            <a:off x="1764403" y="1567336"/>
            <a:ext cx="637316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IN" dirty="0"/>
              <a:t>0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A9620780-5A36-CD77-D16E-DB0DEA55A80E}"/>
              </a:ext>
            </a:extLst>
          </p:cNvPr>
          <p:cNvSpPr/>
          <p:nvPr/>
        </p:nvSpPr>
        <p:spPr>
          <a:xfrm>
            <a:off x="3629962" y="1567336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en-IN" dirty="0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6AA8054D-6473-BC41-13BF-2C5EF638E9CA}"/>
              </a:ext>
            </a:extLst>
          </p:cNvPr>
          <p:cNvSpPr/>
          <p:nvPr/>
        </p:nvSpPr>
        <p:spPr>
          <a:xfrm>
            <a:off x="5583104" y="1550096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ECE912D6-123D-F3FC-E70F-84C2156BF6F0}"/>
              </a:ext>
            </a:extLst>
          </p:cNvPr>
          <p:cNvSpPr/>
          <p:nvPr/>
        </p:nvSpPr>
        <p:spPr>
          <a:xfrm>
            <a:off x="7434425" y="1567336"/>
            <a:ext cx="619157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r>
              <a:rPr lang="en-IN" dirty="0"/>
              <a:t>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5C6E0872-C8B6-DF87-CC2E-CD80ED7962B9}"/>
              </a:ext>
            </a:extLst>
          </p:cNvPr>
          <p:cNvSpPr/>
          <p:nvPr/>
        </p:nvSpPr>
        <p:spPr>
          <a:xfrm>
            <a:off x="9324538" y="1567336"/>
            <a:ext cx="624349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r>
              <a:rPr lang="en-IN" dirty="0"/>
              <a:t>3</a:t>
            </a:r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C912479A-AB90-B5C4-5A48-014040137336}"/>
              </a:ext>
            </a:extLst>
          </p:cNvPr>
          <p:cNvSpPr/>
          <p:nvPr/>
        </p:nvSpPr>
        <p:spPr>
          <a:xfrm>
            <a:off x="1444473" y="3483444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181B7813-9FB4-4640-120B-BC12E85A39CE}"/>
              </a:ext>
            </a:extLst>
          </p:cNvPr>
          <p:cNvSpPr/>
          <p:nvPr/>
        </p:nvSpPr>
        <p:spPr>
          <a:xfrm>
            <a:off x="2164473" y="3483444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4B5FDD2C-BA69-97FD-8E54-9233CC9459C1}"/>
              </a:ext>
            </a:extLst>
          </p:cNvPr>
          <p:cNvSpPr/>
          <p:nvPr/>
        </p:nvSpPr>
        <p:spPr>
          <a:xfrm>
            <a:off x="2890631" y="3483444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420BD2BF-D4F0-2460-F728-D06AA2F1E9A7}"/>
              </a:ext>
            </a:extLst>
          </p:cNvPr>
          <p:cNvSpPr/>
          <p:nvPr/>
        </p:nvSpPr>
        <p:spPr>
          <a:xfrm>
            <a:off x="3610631" y="3483444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A9E8D144-B3F0-9658-3EB7-F56FDF804E01}"/>
              </a:ext>
            </a:extLst>
          </p:cNvPr>
          <p:cNvSpPr/>
          <p:nvPr/>
        </p:nvSpPr>
        <p:spPr>
          <a:xfrm>
            <a:off x="5173987" y="3483444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7553FEAF-5824-5DB8-38F2-EED581B97499}"/>
              </a:ext>
            </a:extLst>
          </p:cNvPr>
          <p:cNvSpPr/>
          <p:nvPr/>
        </p:nvSpPr>
        <p:spPr>
          <a:xfrm>
            <a:off x="5877169" y="3483444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B7F910EB-623F-64B7-8C88-8E7D63D351FC}"/>
              </a:ext>
            </a:extLst>
          </p:cNvPr>
          <p:cNvSpPr/>
          <p:nvPr/>
        </p:nvSpPr>
        <p:spPr>
          <a:xfrm>
            <a:off x="6605885" y="3483444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-4</a:t>
            </a:r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DDC9D46F-44FD-8701-B372-DF0421615386}"/>
              </a:ext>
            </a:extLst>
          </p:cNvPr>
          <p:cNvSpPr/>
          <p:nvPr/>
        </p:nvSpPr>
        <p:spPr>
          <a:xfrm>
            <a:off x="7333583" y="3483444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-1</a:t>
            </a:r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A916B157-1EDD-9264-E7DC-896C2E7D28FF}"/>
              </a:ext>
            </a:extLst>
          </p:cNvPr>
          <p:cNvSpPr/>
          <p:nvPr/>
        </p:nvSpPr>
        <p:spPr>
          <a:xfrm>
            <a:off x="8787956" y="3483444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-6</a:t>
            </a:r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72D4B9A2-2ECA-3EC0-B3E2-33EDB112593F}"/>
              </a:ext>
            </a:extLst>
          </p:cNvPr>
          <p:cNvSpPr/>
          <p:nvPr/>
        </p:nvSpPr>
        <p:spPr>
          <a:xfrm>
            <a:off x="9507956" y="3483444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-3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F6061CC-6E99-8FE5-9E87-1DC95D28B770}"/>
              </a:ext>
            </a:extLst>
          </p:cNvPr>
          <p:cNvCxnSpPr/>
          <p:nvPr/>
        </p:nvCxnSpPr>
        <p:spPr>
          <a:xfrm>
            <a:off x="2401719" y="2460385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6AB118B6-B496-B819-D79C-4511E529BBED}"/>
              </a:ext>
            </a:extLst>
          </p:cNvPr>
          <p:cNvCxnSpPr/>
          <p:nvPr/>
        </p:nvCxnSpPr>
        <p:spPr>
          <a:xfrm flipH="1">
            <a:off x="2841823" y="2460385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2197949B-476D-CC78-24D7-0399024F4B6C}"/>
              </a:ext>
            </a:extLst>
          </p:cNvPr>
          <p:cNvSpPr/>
          <p:nvPr/>
        </p:nvSpPr>
        <p:spPr>
          <a:xfrm>
            <a:off x="2616757" y="2592861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  <a:r>
              <a:rPr lang="en-IN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B28AC66A-8389-ACBC-0340-3A36A33168BA}"/>
              </a:ext>
            </a:extLst>
          </p:cNvPr>
          <p:cNvSpPr/>
          <p:nvPr/>
        </p:nvSpPr>
        <p:spPr>
          <a:xfrm>
            <a:off x="2656420" y="3004473"/>
            <a:ext cx="66401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IN" dirty="0"/>
              <a:t>7</a:t>
            </a: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4DA48756-1DA7-3582-CDE7-1057F2722EF6}"/>
              </a:ext>
            </a:extLst>
          </p:cNvPr>
          <p:cNvCxnSpPr/>
          <p:nvPr/>
        </p:nvCxnSpPr>
        <p:spPr>
          <a:xfrm>
            <a:off x="6316073" y="2488218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8818B9A4-C675-0EDB-518F-89BA7DCB3049}"/>
              </a:ext>
            </a:extLst>
          </p:cNvPr>
          <p:cNvCxnSpPr/>
          <p:nvPr/>
        </p:nvCxnSpPr>
        <p:spPr>
          <a:xfrm flipH="1">
            <a:off x="6756177" y="2488218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B185660D-8841-C34C-8313-E7140F7DECD6}"/>
              </a:ext>
            </a:extLst>
          </p:cNvPr>
          <p:cNvSpPr/>
          <p:nvPr/>
        </p:nvSpPr>
        <p:spPr>
          <a:xfrm>
            <a:off x="6531111" y="2620694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91BDF800-D3D4-28BD-68D1-038AD71CD78F}"/>
              </a:ext>
            </a:extLst>
          </p:cNvPr>
          <p:cNvSpPr/>
          <p:nvPr/>
        </p:nvSpPr>
        <p:spPr>
          <a:xfrm>
            <a:off x="6556536" y="2992864"/>
            <a:ext cx="399282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F5EE6A75-92A1-3594-8C0A-399072B3B048}"/>
              </a:ext>
            </a:extLst>
          </p:cNvPr>
          <p:cNvCxnSpPr/>
          <p:nvPr/>
        </p:nvCxnSpPr>
        <p:spPr>
          <a:xfrm>
            <a:off x="9507956" y="2488218"/>
            <a:ext cx="0" cy="903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0B063C62-FB52-E400-862D-4167A08021BD}"/>
              </a:ext>
            </a:extLst>
          </p:cNvPr>
          <p:cNvCxnSpPr/>
          <p:nvPr/>
        </p:nvCxnSpPr>
        <p:spPr>
          <a:xfrm>
            <a:off x="4320327" y="3877276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E83ECDB0-ABBF-98A3-73F0-98C203E0DD37}"/>
              </a:ext>
            </a:extLst>
          </p:cNvPr>
          <p:cNvCxnSpPr/>
          <p:nvPr/>
        </p:nvCxnSpPr>
        <p:spPr>
          <a:xfrm flipH="1">
            <a:off x="4760431" y="3877276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Rectangle: Rounded Corners 200">
            <a:extLst>
              <a:ext uri="{FF2B5EF4-FFF2-40B4-BE49-F238E27FC236}">
                <a16:creationId xmlns:a16="http://schemas.microsoft.com/office/drawing/2014/main" id="{3FDA47DA-E0E7-26B2-3867-A3E9020D6127}"/>
              </a:ext>
            </a:extLst>
          </p:cNvPr>
          <p:cNvSpPr/>
          <p:nvPr/>
        </p:nvSpPr>
        <p:spPr>
          <a:xfrm>
            <a:off x="4535365" y="4009752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  <a:r>
              <a:rPr lang="en-IN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3B0D9D1C-115C-A518-1B0D-3A80823F0DDC}"/>
              </a:ext>
            </a:extLst>
          </p:cNvPr>
          <p:cNvCxnSpPr/>
          <p:nvPr/>
        </p:nvCxnSpPr>
        <p:spPr>
          <a:xfrm>
            <a:off x="7778251" y="5290420"/>
            <a:ext cx="440104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F4FFBDD3-D71A-21D2-E146-CAB6687DF50B}"/>
              </a:ext>
            </a:extLst>
          </p:cNvPr>
          <p:cNvCxnSpPr/>
          <p:nvPr/>
        </p:nvCxnSpPr>
        <p:spPr>
          <a:xfrm flipH="1">
            <a:off x="8218355" y="5290420"/>
            <a:ext cx="478609" cy="5046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: Rounded Corners 203">
            <a:extLst>
              <a:ext uri="{FF2B5EF4-FFF2-40B4-BE49-F238E27FC236}">
                <a16:creationId xmlns:a16="http://schemas.microsoft.com/office/drawing/2014/main" id="{6A1CF88C-9A3D-E102-476C-7970E8C19D62}"/>
              </a:ext>
            </a:extLst>
          </p:cNvPr>
          <p:cNvSpPr/>
          <p:nvPr/>
        </p:nvSpPr>
        <p:spPr>
          <a:xfrm>
            <a:off x="7993289" y="5422896"/>
            <a:ext cx="478608" cy="23969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  <a:r>
              <a:rPr lang="en-IN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2FA81F18-461F-1D8B-0557-3FF689D01F03}"/>
              </a:ext>
            </a:extLst>
          </p:cNvPr>
          <p:cNvSpPr/>
          <p:nvPr/>
        </p:nvSpPr>
        <p:spPr>
          <a:xfrm>
            <a:off x="1903971" y="4819846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20B8878E-620D-C2F6-8064-B24ED9D992E6}"/>
              </a:ext>
            </a:extLst>
          </p:cNvPr>
          <p:cNvSpPr/>
          <p:nvPr/>
        </p:nvSpPr>
        <p:spPr>
          <a:xfrm>
            <a:off x="2623971" y="4819846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3419E83A-26B5-EF33-B8BA-CA8A63CA7045}"/>
              </a:ext>
            </a:extLst>
          </p:cNvPr>
          <p:cNvSpPr/>
          <p:nvPr/>
        </p:nvSpPr>
        <p:spPr>
          <a:xfrm>
            <a:off x="3350129" y="4819846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212" name="Freeform: Shape 211">
            <a:extLst>
              <a:ext uri="{FF2B5EF4-FFF2-40B4-BE49-F238E27FC236}">
                <a16:creationId xmlns:a16="http://schemas.microsoft.com/office/drawing/2014/main" id="{6E90EFBD-0557-0DFF-2FBA-5CAB99904E65}"/>
              </a:ext>
            </a:extLst>
          </p:cNvPr>
          <p:cNvSpPr/>
          <p:nvPr/>
        </p:nvSpPr>
        <p:spPr>
          <a:xfrm>
            <a:off x="4070129" y="4819846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14" name="Freeform: Shape 213">
            <a:extLst>
              <a:ext uri="{FF2B5EF4-FFF2-40B4-BE49-F238E27FC236}">
                <a16:creationId xmlns:a16="http://schemas.microsoft.com/office/drawing/2014/main" id="{5085D6DA-3AB8-786D-00FC-FE5BD13413B3}"/>
              </a:ext>
            </a:extLst>
          </p:cNvPr>
          <p:cNvSpPr/>
          <p:nvPr/>
        </p:nvSpPr>
        <p:spPr>
          <a:xfrm>
            <a:off x="4791263" y="4819846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216" name="Freeform: Shape 215">
            <a:extLst>
              <a:ext uri="{FF2B5EF4-FFF2-40B4-BE49-F238E27FC236}">
                <a16:creationId xmlns:a16="http://schemas.microsoft.com/office/drawing/2014/main" id="{5E2F1C53-41D8-4645-572D-81E7922033FA}"/>
              </a:ext>
            </a:extLst>
          </p:cNvPr>
          <p:cNvSpPr/>
          <p:nvPr/>
        </p:nvSpPr>
        <p:spPr>
          <a:xfrm>
            <a:off x="5494445" y="4819846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556C1569-AF99-4AD9-759F-8C37ABBB51F3}"/>
              </a:ext>
            </a:extLst>
          </p:cNvPr>
          <p:cNvSpPr/>
          <p:nvPr/>
        </p:nvSpPr>
        <p:spPr>
          <a:xfrm>
            <a:off x="6223161" y="4819846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-4</a:t>
            </a:r>
          </a:p>
        </p:txBody>
      </p: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AD9CB7BF-9F6D-E9B1-2649-A9DB107EC5EC}"/>
              </a:ext>
            </a:extLst>
          </p:cNvPr>
          <p:cNvSpPr/>
          <p:nvPr/>
        </p:nvSpPr>
        <p:spPr>
          <a:xfrm>
            <a:off x="6950859" y="4819846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-1</a:t>
            </a:r>
          </a:p>
        </p:txBody>
      </p:sp>
      <p:sp>
        <p:nvSpPr>
          <p:cNvPr id="222" name="Freeform: Shape 221">
            <a:extLst>
              <a:ext uri="{FF2B5EF4-FFF2-40B4-BE49-F238E27FC236}">
                <a16:creationId xmlns:a16="http://schemas.microsoft.com/office/drawing/2014/main" id="{B59C7239-C8E2-4F53-C510-11C91346D656}"/>
              </a:ext>
            </a:extLst>
          </p:cNvPr>
          <p:cNvSpPr/>
          <p:nvPr/>
        </p:nvSpPr>
        <p:spPr>
          <a:xfrm>
            <a:off x="8781181" y="4819846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-6</a:t>
            </a:r>
          </a:p>
        </p:txBody>
      </p:sp>
      <p:sp>
        <p:nvSpPr>
          <p:cNvPr id="224" name="Freeform: Shape 223">
            <a:extLst>
              <a:ext uri="{FF2B5EF4-FFF2-40B4-BE49-F238E27FC236}">
                <a16:creationId xmlns:a16="http://schemas.microsoft.com/office/drawing/2014/main" id="{EDDB28D4-1F47-7053-33AF-DA7FE5C57302}"/>
              </a:ext>
            </a:extLst>
          </p:cNvPr>
          <p:cNvSpPr/>
          <p:nvPr/>
        </p:nvSpPr>
        <p:spPr>
          <a:xfrm>
            <a:off x="9501181" y="4819846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-3</a:t>
            </a: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856642AF-E188-C26E-B941-E12B8E44AF85}"/>
              </a:ext>
            </a:extLst>
          </p:cNvPr>
          <p:cNvSpPr/>
          <p:nvPr/>
        </p:nvSpPr>
        <p:spPr>
          <a:xfrm>
            <a:off x="4441631" y="4381922"/>
            <a:ext cx="637600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IN" dirty="0"/>
              <a:t>5</a:t>
            </a:r>
          </a:p>
        </p:txBody>
      </p: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5FA0E5B7-9F07-78DE-7C89-E12BCAD92F7C}"/>
              </a:ext>
            </a:extLst>
          </p:cNvPr>
          <p:cNvCxnSpPr/>
          <p:nvPr/>
        </p:nvCxnSpPr>
        <p:spPr>
          <a:xfrm>
            <a:off x="9507956" y="3915918"/>
            <a:ext cx="0" cy="903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C6FE21C4-400D-A941-1D76-2FC15CB28A5E}"/>
              </a:ext>
            </a:extLst>
          </p:cNvPr>
          <p:cNvSpPr/>
          <p:nvPr/>
        </p:nvSpPr>
        <p:spPr>
          <a:xfrm>
            <a:off x="7897523" y="5795066"/>
            <a:ext cx="637600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IN" dirty="0"/>
              <a:t>5</a:t>
            </a:r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04EE66C9-A11F-B137-2857-A78BB0D53B83}"/>
              </a:ext>
            </a:extLst>
          </p:cNvPr>
          <p:cNvSpPr/>
          <p:nvPr/>
        </p:nvSpPr>
        <p:spPr>
          <a:xfrm>
            <a:off x="2451467" y="6252074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33" name="Freeform: Shape 232">
            <a:extLst>
              <a:ext uri="{FF2B5EF4-FFF2-40B4-BE49-F238E27FC236}">
                <a16:creationId xmlns:a16="http://schemas.microsoft.com/office/drawing/2014/main" id="{E8720AD3-49C2-CF98-665F-823367CF0742}"/>
              </a:ext>
            </a:extLst>
          </p:cNvPr>
          <p:cNvSpPr/>
          <p:nvPr/>
        </p:nvSpPr>
        <p:spPr>
          <a:xfrm>
            <a:off x="3171467" y="6252074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7</a:t>
            </a:r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932C70BE-F889-3722-A384-283EBDB642AE}"/>
              </a:ext>
            </a:extLst>
          </p:cNvPr>
          <p:cNvSpPr/>
          <p:nvPr/>
        </p:nvSpPr>
        <p:spPr>
          <a:xfrm>
            <a:off x="3897625" y="6252074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0F379EE1-597A-8051-060D-8186EC61AF50}"/>
              </a:ext>
            </a:extLst>
          </p:cNvPr>
          <p:cNvSpPr/>
          <p:nvPr/>
        </p:nvSpPr>
        <p:spPr>
          <a:xfrm>
            <a:off x="4617625" y="6252074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AFD0DF27-784D-8F4A-640D-F8501E85FA7A}"/>
              </a:ext>
            </a:extLst>
          </p:cNvPr>
          <p:cNvSpPr/>
          <p:nvPr/>
        </p:nvSpPr>
        <p:spPr>
          <a:xfrm>
            <a:off x="5338759" y="6252074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8</a:t>
            </a:r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19E4CD9D-1747-0E19-E71F-9D016CF37C8C}"/>
              </a:ext>
            </a:extLst>
          </p:cNvPr>
          <p:cNvSpPr/>
          <p:nvPr/>
        </p:nvSpPr>
        <p:spPr>
          <a:xfrm>
            <a:off x="6041941" y="6252074"/>
            <a:ext cx="720000" cy="414068"/>
          </a:xfrm>
          <a:custGeom>
            <a:avLst/>
            <a:gdLst>
              <a:gd name="csX0" fmla="*/ 0 w 905773"/>
              <a:gd name="csY0" fmla="*/ 0 h 414068"/>
              <a:gd name="csX1" fmla="*/ 905773 w 905773"/>
              <a:gd name="csY1" fmla="*/ 0 h 414068"/>
              <a:gd name="csX2" fmla="*/ 905773 w 905773"/>
              <a:gd name="csY2" fmla="*/ 414068 h 414068"/>
              <a:gd name="csX3" fmla="*/ 0 w 905773"/>
              <a:gd name="csY3" fmla="*/ 414068 h 414068"/>
              <a:gd name="csX4" fmla="*/ 0 w 905773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05773" h="414068">
                <a:moveTo>
                  <a:pt x="0" y="0"/>
                </a:moveTo>
                <a:lnTo>
                  <a:pt x="905773" y="0"/>
                </a:lnTo>
                <a:lnTo>
                  <a:pt x="905773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-9</a:t>
            </a:r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EFD30ACF-1223-5C67-B3FD-ABBD969E5741}"/>
              </a:ext>
            </a:extLst>
          </p:cNvPr>
          <p:cNvSpPr/>
          <p:nvPr/>
        </p:nvSpPr>
        <p:spPr>
          <a:xfrm>
            <a:off x="6770657" y="6252074"/>
            <a:ext cx="720000" cy="414068"/>
          </a:xfrm>
          <a:custGeom>
            <a:avLst/>
            <a:gdLst>
              <a:gd name="csX0" fmla="*/ 0 w 927339"/>
              <a:gd name="csY0" fmla="*/ 0 h 414068"/>
              <a:gd name="csX1" fmla="*/ 927339 w 927339"/>
              <a:gd name="csY1" fmla="*/ 0 h 414068"/>
              <a:gd name="csX2" fmla="*/ 927339 w 927339"/>
              <a:gd name="csY2" fmla="*/ 414068 h 414068"/>
              <a:gd name="csX3" fmla="*/ 0 w 927339"/>
              <a:gd name="csY3" fmla="*/ 414068 h 414068"/>
              <a:gd name="csX4" fmla="*/ 0 w 927339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39" h="414068">
                <a:moveTo>
                  <a:pt x="0" y="0"/>
                </a:moveTo>
                <a:lnTo>
                  <a:pt x="927339" y="0"/>
                </a:lnTo>
                <a:lnTo>
                  <a:pt x="927339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-4</a:t>
            </a:r>
          </a:p>
        </p:txBody>
      </p:sp>
      <p:sp>
        <p:nvSpPr>
          <p:cNvPr id="245" name="Freeform: Shape 244">
            <a:extLst>
              <a:ext uri="{FF2B5EF4-FFF2-40B4-BE49-F238E27FC236}">
                <a16:creationId xmlns:a16="http://schemas.microsoft.com/office/drawing/2014/main" id="{0F90A7E6-853E-B9B1-51F8-9C249A315B8A}"/>
              </a:ext>
            </a:extLst>
          </p:cNvPr>
          <p:cNvSpPr/>
          <p:nvPr/>
        </p:nvSpPr>
        <p:spPr>
          <a:xfrm>
            <a:off x="7498355" y="6252074"/>
            <a:ext cx="720000" cy="414068"/>
          </a:xfrm>
          <a:custGeom>
            <a:avLst/>
            <a:gdLst>
              <a:gd name="csX0" fmla="*/ 0 w 943875"/>
              <a:gd name="csY0" fmla="*/ 0 h 414068"/>
              <a:gd name="csX1" fmla="*/ 943875 w 943875"/>
              <a:gd name="csY1" fmla="*/ 0 h 414068"/>
              <a:gd name="csX2" fmla="*/ 943875 w 943875"/>
              <a:gd name="csY2" fmla="*/ 414068 h 414068"/>
              <a:gd name="csX3" fmla="*/ 0 w 943875"/>
              <a:gd name="csY3" fmla="*/ 414068 h 414068"/>
              <a:gd name="csX4" fmla="*/ 0 w 943875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3875" h="414068">
                <a:moveTo>
                  <a:pt x="0" y="0"/>
                </a:moveTo>
                <a:lnTo>
                  <a:pt x="943875" y="0"/>
                </a:lnTo>
                <a:lnTo>
                  <a:pt x="943875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-1</a:t>
            </a:r>
          </a:p>
        </p:txBody>
      </p:sp>
      <p:sp>
        <p:nvSpPr>
          <p:cNvPr id="247" name="Freeform: Shape 246">
            <a:extLst>
              <a:ext uri="{FF2B5EF4-FFF2-40B4-BE49-F238E27FC236}">
                <a16:creationId xmlns:a16="http://schemas.microsoft.com/office/drawing/2014/main" id="{6570FC2B-D05E-94FB-581A-C67BE9FA71E7}"/>
              </a:ext>
            </a:extLst>
          </p:cNvPr>
          <p:cNvSpPr/>
          <p:nvPr/>
        </p:nvSpPr>
        <p:spPr>
          <a:xfrm>
            <a:off x="8217255" y="6250228"/>
            <a:ext cx="720000" cy="414068"/>
          </a:xfrm>
          <a:custGeom>
            <a:avLst/>
            <a:gdLst>
              <a:gd name="csX0" fmla="*/ 0 w 927340"/>
              <a:gd name="csY0" fmla="*/ 0 h 414068"/>
              <a:gd name="csX1" fmla="*/ 927340 w 927340"/>
              <a:gd name="csY1" fmla="*/ 0 h 414068"/>
              <a:gd name="csX2" fmla="*/ 927340 w 927340"/>
              <a:gd name="csY2" fmla="*/ 414068 h 414068"/>
              <a:gd name="csX3" fmla="*/ 0 w 927340"/>
              <a:gd name="csY3" fmla="*/ 414068 h 414068"/>
              <a:gd name="csX4" fmla="*/ 0 w 927340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27340" h="414068">
                <a:moveTo>
                  <a:pt x="0" y="0"/>
                </a:moveTo>
                <a:lnTo>
                  <a:pt x="927340" y="0"/>
                </a:lnTo>
                <a:lnTo>
                  <a:pt x="927340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-6</a:t>
            </a:r>
          </a:p>
        </p:txBody>
      </p: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1BC34E89-3B6C-37B9-7CE0-BAE68D56868C}"/>
              </a:ext>
            </a:extLst>
          </p:cNvPr>
          <p:cNvSpPr/>
          <p:nvPr/>
        </p:nvSpPr>
        <p:spPr>
          <a:xfrm>
            <a:off x="8937255" y="6250228"/>
            <a:ext cx="720000" cy="414068"/>
          </a:xfrm>
          <a:custGeom>
            <a:avLst/>
            <a:gdLst>
              <a:gd name="csX0" fmla="*/ 0 w 1000664"/>
              <a:gd name="csY0" fmla="*/ 0 h 414068"/>
              <a:gd name="csX1" fmla="*/ 1000664 w 1000664"/>
              <a:gd name="csY1" fmla="*/ 0 h 414068"/>
              <a:gd name="csX2" fmla="*/ 1000664 w 1000664"/>
              <a:gd name="csY2" fmla="*/ 414068 h 414068"/>
              <a:gd name="csX3" fmla="*/ 0 w 1000664"/>
              <a:gd name="csY3" fmla="*/ 414068 h 414068"/>
              <a:gd name="csX4" fmla="*/ 0 w 1000664"/>
              <a:gd name="csY4" fmla="*/ 0 h 414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664" h="414068">
                <a:moveTo>
                  <a:pt x="0" y="0"/>
                </a:moveTo>
                <a:lnTo>
                  <a:pt x="1000664" y="0"/>
                </a:lnTo>
                <a:lnTo>
                  <a:pt x="1000664" y="414068"/>
                </a:lnTo>
                <a:lnTo>
                  <a:pt x="0" y="414068"/>
                </a:lnTo>
                <a:lnTo>
                  <a:pt x="0" y="0"/>
                </a:lnTo>
                <a:close/>
              </a:path>
            </a:pathLst>
          </a:custGeom>
          <a:solidFill>
            <a:srgbClr val="351975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N" dirty="0"/>
              <a:t>-3</a:t>
            </a: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14AA782C-D1B7-3B89-A543-B3E28B6C550B}"/>
              </a:ext>
            </a:extLst>
          </p:cNvPr>
          <p:cNvSpPr/>
          <p:nvPr/>
        </p:nvSpPr>
        <p:spPr>
          <a:xfrm>
            <a:off x="9310300" y="2863466"/>
            <a:ext cx="549689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r>
              <a:rPr lang="en-IN" dirty="0"/>
              <a:t>3</a:t>
            </a:r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0091E372-1B40-6ABD-3617-7CFD46EDD9F3}"/>
              </a:ext>
            </a:extLst>
          </p:cNvPr>
          <p:cNvSpPr/>
          <p:nvPr/>
        </p:nvSpPr>
        <p:spPr>
          <a:xfrm>
            <a:off x="9320208" y="4316286"/>
            <a:ext cx="628680" cy="3992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58865411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0790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55" dirty="0">
                <a:gradFill>
                  <a:gsLst>
                    <a:gs pos="0">
                      <a:srgbClr val="A980FC"/>
                    </a:gs>
                    <a:gs pos="100000">
                      <a:srgbClr val="FFAB79"/>
                    </a:gs>
                  </a:gsLst>
                  <a:lin ang="0" scaled="0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Kadane's Algorithm (Space-Optimized DP)</a:t>
            </a:r>
            <a:endParaRPr lang="en-US" sz="2700" dirty="0">
              <a:gradFill>
                <a:gsLst>
                  <a:gs pos="0">
                    <a:srgbClr val="A980FC"/>
                  </a:gs>
                  <a:gs pos="100000">
                    <a:srgbClr val="FFAB79"/>
                  </a:gs>
                </a:gsLst>
                <a:lin ang="0" scaled="0"/>
              </a:gra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84566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 dp[i] needs only dp[i−1]. Store two variables instead of an array.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296318"/>
            <a:ext cx="10868745" cy="2368947"/>
          </a:xfrm>
          <a:prstGeom prst="roundRect">
            <a:avLst>
              <a:gd name="adj" fmla="val 3182"/>
            </a:avLst>
          </a:prstGeom>
          <a:solidFill>
            <a:srgbClr val="1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59907" y="2461617"/>
            <a:ext cx="10471880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chemeClr val="bg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currentSum = arr[0]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chemeClr val="bg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maxSum = arr[0]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chemeClr val="bg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for i = 1 to n−1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chemeClr val="bg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currentSum = max(arr[i], currentSum + arr[i])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chemeClr val="bg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maxSum = max(maxSum, currentSum)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0" spc="-26" dirty="0">
                <a:solidFill>
                  <a:schemeClr val="bg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600" kern="0" spc="-26" dirty="0" err="1">
                <a:solidFill>
                  <a:schemeClr val="bg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maxSum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5" y="466526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Complexity: Time O(n), Space O(1)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5115917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2F1D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355630"/>
            <a:ext cx="206667" cy="1652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8731" y="532249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Kadane converts the DP recurrence into an elegant single-pass algorithm.</a:t>
            </a:r>
            <a:endParaRPr lang="en-US" sz="1300" dirty="0"/>
          </a:p>
        </p:txBody>
      </p:sp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C770BD8-A172-7706-7D0C-88D12369A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044EBA-EECE-B893-974C-128F7C4425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859"/>
          <a:stretch>
            <a:fillRect/>
          </a:stretch>
        </p:blipFill>
        <p:spPr>
          <a:xfrm>
            <a:off x="3344173" y="1153708"/>
            <a:ext cx="5503653" cy="21351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95BEAC-6A21-D446-0BAC-F08B952FE6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717"/>
          <a:stretch>
            <a:fillRect/>
          </a:stretch>
        </p:blipFill>
        <p:spPr>
          <a:xfrm>
            <a:off x="2725946" y="3288896"/>
            <a:ext cx="6740106" cy="21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58516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A8F405-B7CF-DFFB-A172-84133C1A4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F46969-57A4-D310-B363-F8518F1EF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0625"/>
            <a:ext cx="121920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364945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A54F3C-CE88-B0FC-7539-60DA6B3D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F6C70D-BC88-B661-488B-176F5CBED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" y="2466975"/>
            <a:ext cx="99917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13002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5721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55" dirty="0">
                <a:gradFill>
                  <a:gsLst>
                    <a:gs pos="0">
                      <a:srgbClr val="A980FC"/>
                    </a:gs>
                    <a:gs pos="100000">
                      <a:srgbClr val="FFAB79"/>
                    </a:gs>
                  </a:gsLst>
                  <a:lin ang="0" scaled="0"/>
                </a:gra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Complexity Summary</a:t>
            </a:r>
            <a:endParaRPr lang="en-US" sz="2700" dirty="0">
              <a:gradFill>
                <a:gsLst>
                  <a:gs pos="0">
                    <a:srgbClr val="A980FC"/>
                  </a:gs>
                  <a:gs pos="100000">
                    <a:srgbClr val="FFAB79"/>
                  </a:gs>
                </a:gsLst>
                <a:lin ang="0" scaled="0"/>
              </a:gra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930598"/>
            <a:ext cx="10868745" cy="1934766"/>
          </a:xfrm>
          <a:prstGeom prst="roundRect">
            <a:avLst>
              <a:gd name="adj" fmla="val 3590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1475" y="2415877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1475" y="2897981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1475" y="3380085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286937" y="1930598"/>
            <a:ext cx="10337" cy="193476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904858" y="1930598"/>
            <a:ext cx="10337" cy="193476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9015" y="1936948"/>
            <a:ext cx="3617921" cy="478929"/>
          </a:xfrm>
          <a:custGeom>
            <a:avLst/>
            <a:gdLst/>
            <a:ahLst/>
            <a:cxnLst/>
            <a:rect l="l" t="t" r="r" b="b"/>
            <a:pathLst>
              <a:path w="3617921" h="478929">
                <a:moveTo>
                  <a:pt x="57887" y="0"/>
                </a:moveTo>
                <a:lnTo>
                  <a:pt x="3617921" y="0"/>
                </a:lnTo>
                <a:lnTo>
                  <a:pt x="3617921" y="478929"/>
                </a:lnTo>
                <a:lnTo>
                  <a:pt x="0" y="478929"/>
                </a:lnTo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481C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34310" y="2042517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kern="0" spc="-2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86937" y="1936948"/>
            <a:ext cx="3617921" cy="478929"/>
          </a:xfrm>
          <a:prstGeom prst="rect">
            <a:avLst/>
          </a:prstGeom>
          <a:solidFill>
            <a:srgbClr val="481C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55406" y="2042517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kern="0" spc="-2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4858" y="1936948"/>
            <a:ext cx="3617921" cy="478929"/>
          </a:xfrm>
          <a:custGeom>
            <a:avLst/>
            <a:gdLst/>
            <a:ahLst/>
            <a:cxnLst/>
            <a:rect l="l" t="t" r="r" b="b"/>
            <a:pathLst>
              <a:path w="3617921" h="478929">
                <a:moveTo>
                  <a:pt x="0" y="0"/>
                </a:moveTo>
                <a:lnTo>
                  <a:pt x="3560034" y="0"/>
                </a:lnTo>
                <a:arcTo wR="57887" hR="57888" stAng="16200000" swAng="5400000"/>
                <a:lnTo>
                  <a:pt x="3617921" y="478929"/>
                </a:lnTo>
                <a:lnTo>
                  <a:pt x="0" y="478929"/>
                </a:lnTo>
                <a:lnTo>
                  <a:pt x="0" y="0"/>
                </a:lnTo>
                <a:close/>
              </a:path>
            </a:pathLst>
          </a:custGeom>
          <a:solidFill>
            <a:srgbClr val="481C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73327" y="2042517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kern="0" spc="-26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4310" y="2524621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Brute Force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55406" y="2524621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O(n³)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73327" y="2524621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O(1)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4310" y="3006725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Brute Force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55406" y="3006725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O(n²)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73327" y="3006725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O(1)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4310" y="3488829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Kadane's Algorithm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55406" y="3488829"/>
            <a:ext cx="38905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73327" y="3488829"/>
            <a:ext cx="389374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O(1)</a:t>
            </a:r>
            <a:endParaRPr lang="en-US" sz="13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814D7F0-D13F-88F9-8C68-F701F48DA7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0" t="14447" r="2511" b="51092"/>
          <a:stretch>
            <a:fillRect/>
          </a:stretch>
        </p:blipFill>
        <p:spPr>
          <a:xfrm>
            <a:off x="568959" y="1920261"/>
            <a:ext cx="11054081" cy="195948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185A77C-65DE-73E8-7D50-E4B9F595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46DC50-F072-7633-C1FD-49470849646A}"/>
              </a:ext>
            </a:extLst>
          </p:cNvPr>
          <p:cNvSpPr/>
          <p:nvPr/>
        </p:nvSpPr>
        <p:spPr>
          <a:xfrm>
            <a:off x="661475" y="1165721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0" spc="-55" dirty="0">
                <a:gradFill>
                  <a:gsLst>
                    <a:gs pos="0">
                      <a:srgbClr val="A980FC"/>
                    </a:gs>
                    <a:gs pos="100000">
                      <a:srgbClr val="FFAB79"/>
                    </a:gs>
                  </a:gsLst>
                  <a:lin ang="0" scaled="0"/>
                </a:gradFill>
                <a:latin typeface="Petrona Bold" pitchFamily="34" charset="0"/>
              </a:rPr>
              <a:t>References</a:t>
            </a:r>
            <a:endParaRPr lang="en-US" sz="2700" dirty="0">
              <a:gradFill>
                <a:gsLst>
                  <a:gs pos="0">
                    <a:srgbClr val="A980FC"/>
                  </a:gs>
                  <a:gs pos="100000">
                    <a:srgbClr val="FFAB79"/>
                  </a:gs>
                </a:gsLst>
                <a:lin ang="0" scaled="0"/>
              </a:gra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739D60-9FCD-4079-2B47-7A791D58D05E}"/>
              </a:ext>
            </a:extLst>
          </p:cNvPr>
          <p:cNvSpPr txBox="1"/>
          <p:nvPr/>
        </p:nvSpPr>
        <p:spPr>
          <a:xfrm>
            <a:off x="661475" y="2044460"/>
            <a:ext cx="10544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i="1" dirty="0">
                <a:solidFill>
                  <a:schemeClr val="bg1"/>
                </a:solidFill>
                <a:hlinkClick r:id="rId3"/>
              </a:rPr>
              <a:t>https://www.geeksforgeeks.org/dsa/maximum-subarray-sum-using-divide-and-conquer-algorithm/</a:t>
            </a:r>
            <a:r>
              <a:rPr lang="en-IN" i="1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AutoNum type="arabicPeriod"/>
            </a:pPr>
            <a:r>
              <a:rPr lang="en-IN" i="1" dirty="0">
                <a:solidFill>
                  <a:schemeClr val="bg1"/>
                </a:solidFill>
                <a:hlinkClick r:id="rId4"/>
              </a:rPr>
              <a:t>https://personal.utdallas.edu/~daescu/maxsa.pdf</a:t>
            </a:r>
            <a:endParaRPr lang="en-IN" i="1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IN" i="1" dirty="0">
                <a:solidFill>
                  <a:schemeClr val="bg1"/>
                </a:solidFill>
                <a:hlinkClick r:id="rId5"/>
              </a:rPr>
              <a:t>https://www.geeksforgeeks.org/dsa/largest-sum-contiguous-subarray/</a:t>
            </a:r>
            <a:endParaRPr lang="en-IN" i="1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IN" i="1" dirty="0">
                <a:solidFill>
                  <a:schemeClr val="bg1"/>
                </a:solidFill>
                <a:hlinkClick r:id="rId6"/>
              </a:rPr>
              <a:t>https://www.geeksforgeeks.org/cpp/maximum-subarray-sum-in-cpp/</a:t>
            </a:r>
            <a:endParaRPr lang="en-IN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583987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7B6F83-75EB-8060-6301-F4EBFB751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D2DF54C-68B5-D8B5-A713-258AAADFE544}"/>
              </a:ext>
            </a:extLst>
          </p:cNvPr>
          <p:cNvSpPr/>
          <p:nvPr/>
        </p:nvSpPr>
        <p:spPr>
          <a:xfrm>
            <a:off x="2154995" y="2120761"/>
            <a:ext cx="10868745" cy="43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800" b="1" dirty="0">
                <a:gradFill>
                  <a:gsLst>
                    <a:gs pos="0">
                      <a:srgbClr val="A980FC"/>
                    </a:gs>
                    <a:gs pos="100000">
                      <a:srgbClr val="FFAB79"/>
                    </a:gs>
                  </a:gsLst>
                  <a:lin ang="0" scaled="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2206340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1205</Words>
  <Application>Microsoft Office PowerPoint</Application>
  <PresentationFormat>Widescreen</PresentationFormat>
  <Paragraphs>388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Inter</vt:lpstr>
      <vt:lpstr>Arial</vt:lpstr>
      <vt:lpstr>Consolas</vt:lpstr>
      <vt:lpstr>Petrona Bold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RAJKUMAR DAS</cp:lastModifiedBy>
  <cp:revision>7</cp:revision>
  <dcterms:created xsi:type="dcterms:W3CDTF">2026-08-07T10:38:35Z</dcterms:created>
  <dcterms:modified xsi:type="dcterms:W3CDTF">2026-09-16T05:49:10Z</dcterms:modified>
</cp:coreProperties>
</file>